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6" r:id="rId4"/>
    <p:sldId id="277" r:id="rId5"/>
    <p:sldId id="278" r:id="rId6"/>
    <p:sldId id="279" r:id="rId7"/>
    <p:sldId id="285" r:id="rId8"/>
    <p:sldId id="286" r:id="rId9"/>
    <p:sldId id="288" r:id="rId10"/>
    <p:sldId id="289" r:id="rId11"/>
    <p:sldId id="290" r:id="rId12"/>
    <p:sldId id="287" r:id="rId13"/>
    <p:sldId id="291" r:id="rId14"/>
    <p:sldId id="293" r:id="rId15"/>
    <p:sldId id="292" r:id="rId16"/>
    <p:sldId id="295" r:id="rId17"/>
    <p:sldId id="281" r:id="rId18"/>
    <p:sldId id="296" r:id="rId19"/>
    <p:sldId id="294" r:id="rId20"/>
    <p:sldId id="297" r:id="rId21"/>
    <p:sldId id="298" r:id="rId22"/>
    <p:sldId id="299"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0"/>
    <a:srgbClr val="CCCCCC"/>
    <a:srgbClr val="FF4500"/>
    <a:srgbClr val="B3B3B3"/>
    <a:srgbClr val="DDDDDD"/>
    <a:srgbClr val="E509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8D25BC-66C4-4D68-82D0-B47D02688C7B}" v="1076" dt="2025-05-08T12:56:35.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T TALIKOTI" userId="4dd9bec4b35b9990" providerId="LiveId" clId="{468D25BC-66C4-4D68-82D0-B47D02688C7B}"/>
    <pc:docChg chg="undo redo custSel addSld delSld modSld sldOrd modMainMaster">
      <pc:chgData name="NIKET TALIKOTI" userId="4dd9bec4b35b9990" providerId="LiveId" clId="{468D25BC-66C4-4D68-82D0-B47D02688C7B}" dt="2025-05-08T13:07:21.648" v="2233" actId="207"/>
      <pc:docMkLst>
        <pc:docMk/>
      </pc:docMkLst>
      <pc:sldChg chg="modSp mod setBg">
        <pc:chgData name="NIKET TALIKOTI" userId="4dd9bec4b35b9990" providerId="LiveId" clId="{468D25BC-66C4-4D68-82D0-B47D02688C7B}" dt="2025-05-08T12:48:52.543" v="2091"/>
        <pc:sldMkLst>
          <pc:docMk/>
          <pc:sldMk cId="1874579560" sldId="256"/>
        </pc:sldMkLst>
        <pc:spChg chg="mod">
          <ac:chgData name="NIKET TALIKOTI" userId="4dd9bec4b35b9990" providerId="LiveId" clId="{468D25BC-66C4-4D68-82D0-B47D02688C7B}" dt="2025-05-08T12:48:52.543" v="2091"/>
          <ac:spMkLst>
            <pc:docMk/>
            <pc:sldMk cId="1874579560" sldId="256"/>
            <ac:spMk id="2" creationId="{2F8A593D-BC6E-C415-2767-E5EE47389BAE}"/>
          </ac:spMkLst>
        </pc:spChg>
        <pc:spChg chg="mod">
          <ac:chgData name="NIKET TALIKOTI" userId="4dd9bec4b35b9990" providerId="LiveId" clId="{468D25BC-66C4-4D68-82D0-B47D02688C7B}" dt="2025-05-08T12:48:52.543" v="2091"/>
          <ac:spMkLst>
            <pc:docMk/>
            <pc:sldMk cId="1874579560" sldId="256"/>
            <ac:spMk id="3" creationId="{7BA3619D-3E89-280F-C654-8EA3BFF21FC5}"/>
          </ac:spMkLst>
        </pc:spChg>
        <pc:picChg chg="mod">
          <ac:chgData name="NIKET TALIKOTI" userId="4dd9bec4b35b9990" providerId="LiveId" clId="{468D25BC-66C4-4D68-82D0-B47D02688C7B}" dt="2025-05-08T12:48:52.543" v="2091"/>
          <ac:picMkLst>
            <pc:docMk/>
            <pc:sldMk cId="1874579560" sldId="256"/>
            <ac:picMk id="8" creationId="{C1A4AD3D-4DCC-EA07-BEE2-5A2A5830CCA9}"/>
          </ac:picMkLst>
        </pc:picChg>
        <pc:picChg chg="mod">
          <ac:chgData name="NIKET TALIKOTI" userId="4dd9bec4b35b9990" providerId="LiveId" clId="{468D25BC-66C4-4D68-82D0-B47D02688C7B}" dt="2025-05-08T12:48:52.543" v="2091"/>
          <ac:picMkLst>
            <pc:docMk/>
            <pc:sldMk cId="1874579560" sldId="256"/>
            <ac:picMk id="12" creationId="{F3A1A21A-702D-2386-CE0C-5B4E0C672D33}"/>
          </ac:picMkLst>
        </pc:picChg>
      </pc:sldChg>
      <pc:sldChg chg="addSp delSp modSp mod setBg">
        <pc:chgData name="NIKET TALIKOTI" userId="4dd9bec4b35b9990" providerId="LiveId" clId="{468D25BC-66C4-4D68-82D0-B47D02688C7B}" dt="2025-05-08T13:07:12.400" v="2230" actId="207"/>
        <pc:sldMkLst>
          <pc:docMk/>
          <pc:sldMk cId="699203434" sldId="275"/>
        </pc:sldMkLst>
        <pc:spChg chg="mod">
          <ac:chgData name="NIKET TALIKOTI" userId="4dd9bec4b35b9990" providerId="LiveId" clId="{468D25BC-66C4-4D68-82D0-B47D02688C7B}" dt="2025-05-08T12:48:52.543" v="2091"/>
          <ac:spMkLst>
            <pc:docMk/>
            <pc:sldMk cId="699203434" sldId="275"/>
            <ac:spMk id="2" creationId="{7F936BB7-2959-7669-3ED3-0F7B3930030B}"/>
          </ac:spMkLst>
        </pc:spChg>
        <pc:spChg chg="mod">
          <ac:chgData name="NIKET TALIKOTI" userId="4dd9bec4b35b9990" providerId="LiveId" clId="{468D25BC-66C4-4D68-82D0-B47D02688C7B}" dt="2025-05-08T13:07:12.400" v="2230" actId="207"/>
          <ac:spMkLst>
            <pc:docMk/>
            <pc:sldMk cId="699203434" sldId="275"/>
            <ac:spMk id="3" creationId="{5EC585C8-86E7-D036-1334-A8689DCC1D48}"/>
          </ac:spMkLst>
        </pc:spChg>
        <pc:picChg chg="add del">
          <ac:chgData name="NIKET TALIKOTI" userId="4dd9bec4b35b9990" providerId="LiveId" clId="{468D25BC-66C4-4D68-82D0-B47D02688C7B}" dt="2025-05-08T08:16:25.606" v="3" actId="21"/>
          <ac:picMkLst>
            <pc:docMk/>
            <pc:sldMk cId="699203434" sldId="275"/>
            <ac:picMk id="4" creationId="{B65D6AA7-BC88-16DF-6905-9DAF1A2508A3}"/>
          </ac:picMkLst>
        </pc:picChg>
      </pc:sldChg>
      <pc:sldChg chg="modSp add mod setBg">
        <pc:chgData name="NIKET TALIKOTI" userId="4dd9bec4b35b9990" providerId="LiveId" clId="{468D25BC-66C4-4D68-82D0-B47D02688C7B}" dt="2025-05-08T13:05:50.284" v="2225" actId="207"/>
        <pc:sldMkLst>
          <pc:docMk/>
          <pc:sldMk cId="137820761" sldId="276"/>
        </pc:sldMkLst>
        <pc:spChg chg="mod">
          <ac:chgData name="NIKET TALIKOTI" userId="4dd9bec4b35b9990" providerId="LiveId" clId="{468D25BC-66C4-4D68-82D0-B47D02688C7B}" dt="2025-05-08T12:48:52.543" v="2091"/>
          <ac:spMkLst>
            <pc:docMk/>
            <pc:sldMk cId="137820761" sldId="276"/>
            <ac:spMk id="2" creationId="{A5DE3A54-F8D6-B269-AD8E-8F04284A90B7}"/>
          </ac:spMkLst>
        </pc:spChg>
        <pc:spChg chg="mod">
          <ac:chgData name="NIKET TALIKOTI" userId="4dd9bec4b35b9990" providerId="LiveId" clId="{468D25BC-66C4-4D68-82D0-B47D02688C7B}" dt="2025-05-08T13:05:50.284" v="2225" actId="207"/>
          <ac:spMkLst>
            <pc:docMk/>
            <pc:sldMk cId="137820761" sldId="276"/>
            <ac:spMk id="3" creationId="{9E8A14D4-373D-946D-D312-EEC413AD272C}"/>
          </ac:spMkLst>
        </pc:spChg>
      </pc:sldChg>
      <pc:sldChg chg="add del setBg">
        <pc:chgData name="NIKET TALIKOTI" userId="4dd9bec4b35b9990" providerId="LiveId" clId="{468D25BC-66C4-4D68-82D0-B47D02688C7B}" dt="2025-05-08T08:16:20.953" v="1"/>
        <pc:sldMkLst>
          <pc:docMk/>
          <pc:sldMk cId="3474129250" sldId="276"/>
        </pc:sldMkLst>
      </pc:sldChg>
      <pc:sldChg chg="addSp delSp modSp add mod setBg">
        <pc:chgData name="NIKET TALIKOTI" userId="4dd9bec4b35b9990" providerId="LiveId" clId="{468D25BC-66C4-4D68-82D0-B47D02688C7B}" dt="2025-05-08T13:07:21.648" v="2233" actId="207"/>
        <pc:sldMkLst>
          <pc:docMk/>
          <pc:sldMk cId="4227846416" sldId="277"/>
        </pc:sldMkLst>
        <pc:spChg chg="mod">
          <ac:chgData name="NIKET TALIKOTI" userId="4dd9bec4b35b9990" providerId="LiveId" clId="{468D25BC-66C4-4D68-82D0-B47D02688C7B}" dt="2025-05-08T12:48:52.543" v="2091"/>
          <ac:spMkLst>
            <pc:docMk/>
            <pc:sldMk cId="4227846416" sldId="277"/>
            <ac:spMk id="2" creationId="{81FBA877-0700-7FDA-B6EA-1B5FCE2F0BDB}"/>
          </ac:spMkLst>
        </pc:spChg>
        <pc:spChg chg="mod">
          <ac:chgData name="NIKET TALIKOTI" userId="4dd9bec4b35b9990" providerId="LiveId" clId="{468D25BC-66C4-4D68-82D0-B47D02688C7B}" dt="2025-05-08T13:07:21.648" v="2233" actId="207"/>
          <ac:spMkLst>
            <pc:docMk/>
            <pc:sldMk cId="4227846416" sldId="277"/>
            <ac:spMk id="3" creationId="{7F1F33F3-329B-2901-CC3E-0D75BE177360}"/>
          </ac:spMkLst>
        </pc:spChg>
        <pc:picChg chg="add del mod">
          <ac:chgData name="NIKET TALIKOTI" userId="4dd9bec4b35b9990" providerId="LiveId" clId="{468D25BC-66C4-4D68-82D0-B47D02688C7B}" dt="2025-05-08T08:16:39.591" v="7" actId="21"/>
          <ac:picMkLst>
            <pc:docMk/>
            <pc:sldMk cId="4227846416" sldId="277"/>
            <ac:picMk id="4" creationId="{B65D6AA7-BC88-16DF-6905-9DAF1A2508A3}"/>
          </ac:picMkLst>
        </pc:picChg>
      </pc:sldChg>
      <pc:sldChg chg="modSp add mod setBg">
        <pc:chgData name="NIKET TALIKOTI" userId="4dd9bec4b35b9990" providerId="LiveId" clId="{468D25BC-66C4-4D68-82D0-B47D02688C7B}" dt="2025-05-08T13:06:12.512" v="2229" actId="207"/>
        <pc:sldMkLst>
          <pc:docMk/>
          <pc:sldMk cId="3725820974" sldId="278"/>
        </pc:sldMkLst>
        <pc:spChg chg="mod">
          <ac:chgData name="NIKET TALIKOTI" userId="4dd9bec4b35b9990" providerId="LiveId" clId="{468D25BC-66C4-4D68-82D0-B47D02688C7B}" dt="2025-05-08T12:48:52.543" v="2091"/>
          <ac:spMkLst>
            <pc:docMk/>
            <pc:sldMk cId="3725820974" sldId="278"/>
            <ac:spMk id="2" creationId="{E8499CF2-7A51-ADE5-3AB1-560AAC481352}"/>
          </ac:spMkLst>
        </pc:spChg>
        <pc:spChg chg="mod">
          <ac:chgData name="NIKET TALIKOTI" userId="4dd9bec4b35b9990" providerId="LiveId" clId="{468D25BC-66C4-4D68-82D0-B47D02688C7B}" dt="2025-05-08T13:06:12.512" v="2229" actId="207"/>
          <ac:spMkLst>
            <pc:docMk/>
            <pc:sldMk cId="3725820974" sldId="278"/>
            <ac:spMk id="3" creationId="{4EE19B80-E55B-22BC-0050-B959D0EBEBC3}"/>
          </ac:spMkLst>
        </pc:spChg>
      </pc:sldChg>
      <pc:sldChg chg="addSp delSp modSp add mod modClrScheme chgLayout">
        <pc:chgData name="NIKET TALIKOTI" userId="4dd9bec4b35b9990" providerId="LiveId" clId="{468D25BC-66C4-4D68-82D0-B47D02688C7B}" dt="2025-05-08T12:48:52.543" v="2091"/>
        <pc:sldMkLst>
          <pc:docMk/>
          <pc:sldMk cId="3727282656" sldId="279"/>
        </pc:sldMkLst>
        <pc:spChg chg="del">
          <ac:chgData name="NIKET TALIKOTI" userId="4dd9bec4b35b9990" providerId="LiveId" clId="{468D25BC-66C4-4D68-82D0-B47D02688C7B}" dt="2025-05-08T10:29:45.847" v="40" actId="21"/>
          <ac:spMkLst>
            <pc:docMk/>
            <pc:sldMk cId="3727282656" sldId="279"/>
            <ac:spMk id="2" creationId="{A09D1E3C-189B-E4B9-4BDC-43034A6372BE}"/>
          </ac:spMkLst>
        </pc:spChg>
        <pc:spChg chg="del">
          <ac:chgData name="NIKET TALIKOTI" userId="4dd9bec4b35b9990" providerId="LiveId" clId="{468D25BC-66C4-4D68-82D0-B47D02688C7B}" dt="2025-05-08T10:29:39.191" v="39" actId="21"/>
          <ac:spMkLst>
            <pc:docMk/>
            <pc:sldMk cId="3727282656" sldId="279"/>
            <ac:spMk id="3" creationId="{4B380339-A88F-0D6F-FB23-865BB9BB1431}"/>
          </ac:spMkLst>
        </pc:spChg>
        <pc:spChg chg="add del mod">
          <ac:chgData name="NIKET TALIKOTI" userId="4dd9bec4b35b9990" providerId="LiveId" clId="{468D25BC-66C4-4D68-82D0-B47D02688C7B}" dt="2025-05-08T10:30:41.505" v="54" actId="700"/>
          <ac:spMkLst>
            <pc:docMk/>
            <pc:sldMk cId="3727282656" sldId="279"/>
            <ac:spMk id="5" creationId="{4AD0A870-85D6-321C-E682-DA5C51D93BEB}"/>
          </ac:spMkLst>
        </pc:spChg>
        <pc:spChg chg="add del mod">
          <ac:chgData name="NIKET TALIKOTI" userId="4dd9bec4b35b9990" providerId="LiveId" clId="{468D25BC-66C4-4D68-82D0-B47D02688C7B}" dt="2025-05-08T10:30:41.505" v="54" actId="700"/>
          <ac:spMkLst>
            <pc:docMk/>
            <pc:sldMk cId="3727282656" sldId="279"/>
            <ac:spMk id="7" creationId="{6126967E-2EF4-3921-FB3A-66970C166247}"/>
          </ac:spMkLst>
        </pc:spChg>
        <pc:spChg chg="add mod">
          <ac:chgData name="NIKET TALIKOTI" userId="4dd9bec4b35b9990" providerId="LiveId" clId="{468D25BC-66C4-4D68-82D0-B47D02688C7B}" dt="2025-05-08T12:48:52.543" v="2091"/>
          <ac:spMkLst>
            <pc:docMk/>
            <pc:sldMk cId="3727282656" sldId="279"/>
            <ac:spMk id="8" creationId="{D58F0984-F090-CC8C-705F-4DA49E168C79}"/>
          </ac:spMkLst>
        </pc:spChg>
        <pc:picChg chg="add mod">
          <ac:chgData name="NIKET TALIKOTI" userId="4dd9bec4b35b9990" providerId="LiveId" clId="{468D25BC-66C4-4D68-82D0-B47D02688C7B}" dt="2025-05-08T12:48:52.543" v="2091"/>
          <ac:picMkLst>
            <pc:docMk/>
            <pc:sldMk cId="3727282656" sldId="279"/>
            <ac:picMk id="10" creationId="{F236F3CB-2810-D954-E8E5-AA02166B9D95}"/>
          </ac:picMkLst>
        </pc:picChg>
      </pc:sldChg>
      <pc:sldChg chg="add del">
        <pc:chgData name="NIKET TALIKOTI" userId="4dd9bec4b35b9990" providerId="LiveId" clId="{468D25BC-66C4-4D68-82D0-B47D02688C7B}" dt="2025-05-08T10:38:44.650" v="139" actId="2696"/>
        <pc:sldMkLst>
          <pc:docMk/>
          <pc:sldMk cId="2368939859" sldId="280"/>
        </pc:sldMkLst>
      </pc:sldChg>
      <pc:sldChg chg="addSp delSp modSp add mod ord">
        <pc:chgData name="NIKET TALIKOTI" userId="4dd9bec4b35b9990" providerId="LiveId" clId="{468D25BC-66C4-4D68-82D0-B47D02688C7B}" dt="2025-05-08T12:48:52.543" v="2091"/>
        <pc:sldMkLst>
          <pc:docMk/>
          <pc:sldMk cId="577677620" sldId="281"/>
        </pc:sldMkLst>
        <pc:spChg chg="add mod">
          <ac:chgData name="NIKET TALIKOTI" userId="4dd9bec4b35b9990" providerId="LiveId" clId="{468D25BC-66C4-4D68-82D0-B47D02688C7B}" dt="2025-05-08T12:48:52.543" v="2091"/>
          <ac:spMkLst>
            <pc:docMk/>
            <pc:sldMk cId="577677620" sldId="281"/>
            <ac:spMk id="2" creationId="{F80CD848-58CA-0DEC-EBC1-18DC5B92CAC3}"/>
          </ac:spMkLst>
        </pc:spChg>
        <pc:spChg chg="del">
          <ac:chgData name="NIKET TALIKOTI" userId="4dd9bec4b35b9990" providerId="LiveId" clId="{468D25BC-66C4-4D68-82D0-B47D02688C7B}" dt="2025-05-08T11:29:59.987" v="573" actId="21"/>
          <ac:spMkLst>
            <pc:docMk/>
            <pc:sldMk cId="577677620" sldId="281"/>
            <ac:spMk id="5" creationId="{F0F6CF37-25C2-6139-AC96-9673523D35EB}"/>
          </ac:spMkLst>
        </pc:spChg>
        <pc:spChg chg="del">
          <ac:chgData name="NIKET TALIKOTI" userId="4dd9bec4b35b9990" providerId="LiveId" clId="{468D25BC-66C4-4D68-82D0-B47D02688C7B}" dt="2025-05-08T11:29:52.161" v="572" actId="21"/>
          <ac:spMkLst>
            <pc:docMk/>
            <pc:sldMk cId="577677620" sldId="281"/>
            <ac:spMk id="7" creationId="{31105DA5-28DC-1042-9320-4756D066E78F}"/>
          </ac:spMkLst>
        </pc:spChg>
        <pc:picChg chg="add mod">
          <ac:chgData name="NIKET TALIKOTI" userId="4dd9bec4b35b9990" providerId="LiveId" clId="{468D25BC-66C4-4D68-82D0-B47D02688C7B}" dt="2025-05-08T12:48:52.543" v="2091"/>
          <ac:picMkLst>
            <pc:docMk/>
            <pc:sldMk cId="577677620" sldId="281"/>
            <ac:picMk id="4" creationId="{6EFCAB0A-EDA3-0DA6-F5CF-DD6C01D23E2A}"/>
          </ac:picMkLst>
        </pc:picChg>
      </pc:sldChg>
      <pc:sldChg chg="add del">
        <pc:chgData name="NIKET TALIKOTI" userId="4dd9bec4b35b9990" providerId="LiveId" clId="{468D25BC-66C4-4D68-82D0-B47D02688C7B}" dt="2025-05-08T10:38:48.297" v="141" actId="2696"/>
        <pc:sldMkLst>
          <pc:docMk/>
          <pc:sldMk cId="2227608828" sldId="282"/>
        </pc:sldMkLst>
      </pc:sldChg>
      <pc:sldChg chg="add del">
        <pc:chgData name="NIKET TALIKOTI" userId="4dd9bec4b35b9990" providerId="LiveId" clId="{468D25BC-66C4-4D68-82D0-B47D02688C7B}" dt="2025-05-08T10:38:46.505" v="140" actId="2696"/>
        <pc:sldMkLst>
          <pc:docMk/>
          <pc:sldMk cId="313493566" sldId="283"/>
        </pc:sldMkLst>
      </pc:sldChg>
      <pc:sldChg chg="add del">
        <pc:chgData name="NIKET TALIKOTI" userId="4dd9bec4b35b9990" providerId="LiveId" clId="{468D25BC-66C4-4D68-82D0-B47D02688C7B}" dt="2025-05-08T10:38:41.443" v="138" actId="2696"/>
        <pc:sldMkLst>
          <pc:docMk/>
          <pc:sldMk cId="641316796" sldId="284"/>
        </pc:sldMkLst>
      </pc:sldChg>
      <pc:sldChg chg="addSp delSp modSp add mod setBg modClrScheme chgLayout">
        <pc:chgData name="NIKET TALIKOTI" userId="4dd9bec4b35b9990" providerId="LiveId" clId="{468D25BC-66C4-4D68-82D0-B47D02688C7B}" dt="2025-05-08T12:57:49.695" v="2160" actId="27636"/>
        <pc:sldMkLst>
          <pc:docMk/>
          <pc:sldMk cId="2988264333" sldId="285"/>
        </pc:sldMkLst>
        <pc:spChg chg="add mod ord">
          <ac:chgData name="NIKET TALIKOTI" userId="4dd9bec4b35b9990" providerId="LiveId" clId="{468D25BC-66C4-4D68-82D0-B47D02688C7B}" dt="2025-05-08T12:54:37.512" v="2112" actId="14100"/>
          <ac:spMkLst>
            <pc:docMk/>
            <pc:sldMk cId="2988264333" sldId="285"/>
            <ac:spMk id="2" creationId="{8DBE80A0-D20A-BF74-0BA1-960228EB773B}"/>
          </ac:spMkLst>
        </pc:spChg>
        <pc:spChg chg="add del mod ord">
          <ac:chgData name="NIKET TALIKOTI" userId="4dd9bec4b35b9990" providerId="LiveId" clId="{468D25BC-66C4-4D68-82D0-B47D02688C7B}" dt="2025-05-08T10:35:09.979" v="106" actId="931"/>
          <ac:spMkLst>
            <pc:docMk/>
            <pc:sldMk cId="2988264333" sldId="285"/>
            <ac:spMk id="3" creationId="{380FCCF6-13E9-DC9E-C3F0-AB160B5787ED}"/>
          </ac:spMkLst>
        </pc:spChg>
        <pc:spChg chg="add mod ord">
          <ac:chgData name="NIKET TALIKOTI" userId="4dd9bec4b35b9990" providerId="LiveId" clId="{468D25BC-66C4-4D68-82D0-B47D02688C7B}" dt="2025-05-08T12:57:49.695" v="2160" actId="27636"/>
          <ac:spMkLst>
            <pc:docMk/>
            <pc:sldMk cId="2988264333" sldId="285"/>
            <ac:spMk id="4" creationId="{DA50054C-D9B4-732F-10E4-8B64AE14FC2C}"/>
          </ac:spMkLst>
        </pc:spChg>
        <pc:spChg chg="del mod ord">
          <ac:chgData name="NIKET TALIKOTI" userId="4dd9bec4b35b9990" providerId="LiveId" clId="{468D25BC-66C4-4D68-82D0-B47D02688C7B}" dt="2025-05-08T10:34:16.896" v="99" actId="700"/>
          <ac:spMkLst>
            <pc:docMk/>
            <pc:sldMk cId="2988264333" sldId="285"/>
            <ac:spMk id="5" creationId="{AE3CB3BE-ACE0-DB59-FFCC-7A25CD7B491F}"/>
          </ac:spMkLst>
        </pc:spChg>
        <pc:spChg chg="del mod ord">
          <ac:chgData name="NIKET TALIKOTI" userId="4dd9bec4b35b9990" providerId="LiveId" clId="{468D25BC-66C4-4D68-82D0-B47D02688C7B}" dt="2025-05-08T10:34:16.896" v="99" actId="700"/>
          <ac:spMkLst>
            <pc:docMk/>
            <pc:sldMk cId="2988264333" sldId="285"/>
            <ac:spMk id="7" creationId="{F929DE05-A299-A48E-12B9-D36EFAECE3E4}"/>
          </ac:spMkLst>
        </pc:spChg>
        <pc:picChg chg="add mod">
          <ac:chgData name="NIKET TALIKOTI" userId="4dd9bec4b35b9990" providerId="LiveId" clId="{468D25BC-66C4-4D68-82D0-B47D02688C7B}" dt="2025-05-08T12:54:56.711" v="2118" actId="14100"/>
          <ac:picMkLst>
            <pc:docMk/>
            <pc:sldMk cId="2988264333" sldId="285"/>
            <ac:picMk id="8" creationId="{ED242E2E-A253-30E7-4E9D-222E386AB574}"/>
          </ac:picMkLst>
        </pc:picChg>
      </pc:sldChg>
      <pc:sldChg chg="modSp add mod setBg">
        <pc:chgData name="NIKET TALIKOTI" userId="4dd9bec4b35b9990" providerId="LiveId" clId="{468D25BC-66C4-4D68-82D0-B47D02688C7B}" dt="2025-05-08T12:57:39.216" v="2157" actId="207"/>
        <pc:sldMkLst>
          <pc:docMk/>
          <pc:sldMk cId="1436121219" sldId="286"/>
        </pc:sldMkLst>
        <pc:spChg chg="mod">
          <ac:chgData name="NIKET TALIKOTI" userId="4dd9bec4b35b9990" providerId="LiveId" clId="{468D25BC-66C4-4D68-82D0-B47D02688C7B}" dt="2025-05-08T12:53:38.391" v="2092" actId="14100"/>
          <ac:spMkLst>
            <pc:docMk/>
            <pc:sldMk cId="1436121219" sldId="286"/>
            <ac:spMk id="2" creationId="{EA6A578B-518C-3D3A-F110-6E28F2332F2F}"/>
          </ac:spMkLst>
        </pc:spChg>
        <pc:spChg chg="mod">
          <ac:chgData name="NIKET TALIKOTI" userId="4dd9bec4b35b9990" providerId="LiveId" clId="{468D25BC-66C4-4D68-82D0-B47D02688C7B}" dt="2025-05-08T12:57:39.216" v="2157" actId="207"/>
          <ac:spMkLst>
            <pc:docMk/>
            <pc:sldMk cId="1436121219" sldId="286"/>
            <ac:spMk id="4" creationId="{14C67672-DD08-DC9F-2814-751DCF341B08}"/>
          </ac:spMkLst>
        </pc:spChg>
        <pc:picChg chg="mod">
          <ac:chgData name="NIKET TALIKOTI" userId="4dd9bec4b35b9990" providerId="LiveId" clId="{468D25BC-66C4-4D68-82D0-B47D02688C7B}" dt="2025-05-08T12:54:24.540" v="2107" actId="14100"/>
          <ac:picMkLst>
            <pc:docMk/>
            <pc:sldMk cId="1436121219" sldId="286"/>
            <ac:picMk id="8" creationId="{E7AA3325-CD07-26B8-D8A7-9DAE6704410C}"/>
          </ac:picMkLst>
        </pc:picChg>
      </pc:sldChg>
      <pc:sldChg chg="add del">
        <pc:chgData name="NIKET TALIKOTI" userId="4dd9bec4b35b9990" providerId="LiveId" clId="{468D25BC-66C4-4D68-82D0-B47D02688C7B}" dt="2025-05-08T10:38:38.742" v="137" actId="2696"/>
        <pc:sldMkLst>
          <pc:docMk/>
          <pc:sldMk cId="3131936755" sldId="286"/>
        </pc:sldMkLst>
      </pc:sldChg>
      <pc:sldChg chg="addSp delSp modSp add mod setBg modClrScheme chgLayout">
        <pc:chgData name="NIKET TALIKOTI" userId="4dd9bec4b35b9990" providerId="LiveId" clId="{468D25BC-66C4-4D68-82D0-B47D02688C7B}" dt="2025-05-08T12:58:54.839" v="2172" actId="255"/>
        <pc:sldMkLst>
          <pc:docMk/>
          <pc:sldMk cId="2387815686" sldId="287"/>
        </pc:sldMkLst>
        <pc:spChg chg="mod ord">
          <ac:chgData name="NIKET TALIKOTI" userId="4dd9bec4b35b9990" providerId="LiveId" clId="{468D25BC-66C4-4D68-82D0-B47D02688C7B}" dt="2025-05-08T12:48:52.543" v="2091"/>
          <ac:spMkLst>
            <pc:docMk/>
            <pc:sldMk cId="2387815686" sldId="287"/>
            <ac:spMk id="2" creationId="{236C0A6E-074D-FFE6-A2F3-15B8BEEE0839}"/>
          </ac:spMkLst>
        </pc:spChg>
        <pc:spChg chg="add del mod ord">
          <ac:chgData name="NIKET TALIKOTI" userId="4dd9bec4b35b9990" providerId="LiveId" clId="{468D25BC-66C4-4D68-82D0-B47D02688C7B}" dt="2025-05-08T11:07:18.367" v="354" actId="21"/>
          <ac:spMkLst>
            <pc:docMk/>
            <pc:sldMk cId="2387815686" sldId="287"/>
            <ac:spMk id="3" creationId="{9D2C020D-5644-AAC0-BA27-4C7E5CFDF402}"/>
          </ac:spMkLst>
        </pc:spChg>
        <pc:spChg chg="del mod ord">
          <ac:chgData name="NIKET TALIKOTI" userId="4dd9bec4b35b9990" providerId="LiveId" clId="{468D25BC-66C4-4D68-82D0-B47D02688C7B}" dt="2025-05-08T11:07:13.119" v="353" actId="931"/>
          <ac:spMkLst>
            <pc:docMk/>
            <pc:sldMk cId="2387815686" sldId="287"/>
            <ac:spMk id="4" creationId="{A9787693-4566-AF8A-189E-8C63B7924431}"/>
          </ac:spMkLst>
        </pc:spChg>
        <pc:spChg chg="add del mod ord">
          <ac:chgData name="NIKET TALIKOTI" userId="4dd9bec4b35b9990" providerId="LiveId" clId="{468D25BC-66C4-4D68-82D0-B47D02688C7B}" dt="2025-05-08T12:58:54.839" v="2172" actId="255"/>
          <ac:spMkLst>
            <pc:docMk/>
            <pc:sldMk cId="2387815686" sldId="287"/>
            <ac:spMk id="5" creationId="{F8727CAA-9E73-82F5-C79A-5BD68CAB7A9B}"/>
          </ac:spMkLst>
        </pc:spChg>
        <pc:spChg chg="add mod">
          <ac:chgData name="NIKET TALIKOTI" userId="4dd9bec4b35b9990" providerId="LiveId" clId="{468D25BC-66C4-4D68-82D0-B47D02688C7B}" dt="2025-05-08T11:09:22.563" v="370"/>
          <ac:spMkLst>
            <pc:docMk/>
            <pc:sldMk cId="2387815686" sldId="287"/>
            <ac:spMk id="9" creationId="{130CADA9-9A33-A656-B735-49082B92E182}"/>
          </ac:spMkLst>
        </pc:spChg>
        <pc:picChg chg="add mod">
          <ac:chgData name="NIKET TALIKOTI" userId="4dd9bec4b35b9990" providerId="LiveId" clId="{468D25BC-66C4-4D68-82D0-B47D02688C7B}" dt="2025-05-08T12:48:52.543" v="2091"/>
          <ac:picMkLst>
            <pc:docMk/>
            <pc:sldMk cId="2387815686" sldId="287"/>
            <ac:picMk id="7" creationId="{F7CDC6ED-60A5-DB85-3D4A-51A49B22F496}"/>
          </ac:picMkLst>
        </pc:picChg>
        <pc:picChg chg="mod ord">
          <ac:chgData name="NIKET TALIKOTI" userId="4dd9bec4b35b9990" providerId="LiveId" clId="{468D25BC-66C4-4D68-82D0-B47D02688C7B}" dt="2025-05-08T12:48:52.543" v="2091"/>
          <ac:picMkLst>
            <pc:docMk/>
            <pc:sldMk cId="2387815686" sldId="287"/>
            <ac:picMk id="8" creationId="{22345DA4-93E8-5741-6B58-29E78E4F3316}"/>
          </ac:picMkLst>
        </pc:picChg>
      </pc:sldChg>
      <pc:sldChg chg="add del">
        <pc:chgData name="NIKET TALIKOTI" userId="4dd9bec4b35b9990" providerId="LiveId" clId="{468D25BC-66C4-4D68-82D0-B47D02688C7B}" dt="2025-05-08T10:38:36.540" v="136" actId="2696"/>
        <pc:sldMkLst>
          <pc:docMk/>
          <pc:sldMk cId="3295287129" sldId="287"/>
        </pc:sldMkLst>
      </pc:sldChg>
      <pc:sldChg chg="add del">
        <pc:chgData name="NIKET TALIKOTI" userId="4dd9bec4b35b9990" providerId="LiveId" clId="{468D25BC-66C4-4D68-82D0-B47D02688C7B}" dt="2025-05-08T10:38:34.466" v="135" actId="2696"/>
        <pc:sldMkLst>
          <pc:docMk/>
          <pc:sldMk cId="1918247887" sldId="288"/>
        </pc:sldMkLst>
      </pc:sldChg>
      <pc:sldChg chg="modSp add mod setBg">
        <pc:chgData name="NIKET TALIKOTI" userId="4dd9bec4b35b9990" providerId="LiveId" clId="{468D25BC-66C4-4D68-82D0-B47D02688C7B}" dt="2025-05-08T12:58:03.496" v="2163" actId="27636"/>
        <pc:sldMkLst>
          <pc:docMk/>
          <pc:sldMk cId="2111804993" sldId="288"/>
        </pc:sldMkLst>
        <pc:spChg chg="mod">
          <ac:chgData name="NIKET TALIKOTI" userId="4dd9bec4b35b9990" providerId="LiveId" clId="{468D25BC-66C4-4D68-82D0-B47D02688C7B}" dt="2025-05-08T12:55:18.147" v="2122" actId="14100"/>
          <ac:spMkLst>
            <pc:docMk/>
            <pc:sldMk cId="2111804993" sldId="288"/>
            <ac:spMk id="2" creationId="{A9803366-9905-E7C3-35A9-18E3E4B31812}"/>
          </ac:spMkLst>
        </pc:spChg>
        <pc:spChg chg="mod">
          <ac:chgData name="NIKET TALIKOTI" userId="4dd9bec4b35b9990" providerId="LiveId" clId="{468D25BC-66C4-4D68-82D0-B47D02688C7B}" dt="2025-05-08T12:58:03.496" v="2163" actId="27636"/>
          <ac:spMkLst>
            <pc:docMk/>
            <pc:sldMk cId="2111804993" sldId="288"/>
            <ac:spMk id="4" creationId="{80A523B3-9B60-29FB-DE0D-3ACA495BD258}"/>
          </ac:spMkLst>
        </pc:spChg>
        <pc:picChg chg="mod">
          <ac:chgData name="NIKET TALIKOTI" userId="4dd9bec4b35b9990" providerId="LiveId" clId="{468D25BC-66C4-4D68-82D0-B47D02688C7B}" dt="2025-05-08T12:55:48.774" v="2133" actId="14100"/>
          <ac:picMkLst>
            <pc:docMk/>
            <pc:sldMk cId="2111804993" sldId="288"/>
            <ac:picMk id="8" creationId="{1DEA893D-89B1-6126-EF59-B20AA8110D27}"/>
          </ac:picMkLst>
        </pc:picChg>
      </pc:sldChg>
      <pc:sldChg chg="add del">
        <pc:chgData name="NIKET TALIKOTI" userId="4dd9bec4b35b9990" providerId="LiveId" clId="{468D25BC-66C4-4D68-82D0-B47D02688C7B}" dt="2025-05-08T10:38:32.374" v="134" actId="2696"/>
        <pc:sldMkLst>
          <pc:docMk/>
          <pc:sldMk cId="187784458" sldId="289"/>
        </pc:sldMkLst>
      </pc:sldChg>
      <pc:sldChg chg="modSp add mod setBg">
        <pc:chgData name="NIKET TALIKOTI" userId="4dd9bec4b35b9990" providerId="LiveId" clId="{468D25BC-66C4-4D68-82D0-B47D02688C7B}" dt="2025-05-08T12:58:21.451" v="2166" actId="27636"/>
        <pc:sldMkLst>
          <pc:docMk/>
          <pc:sldMk cId="2634051964" sldId="289"/>
        </pc:sldMkLst>
        <pc:spChg chg="mod">
          <ac:chgData name="NIKET TALIKOTI" userId="4dd9bec4b35b9990" providerId="LiveId" clId="{468D25BC-66C4-4D68-82D0-B47D02688C7B}" dt="2025-05-08T12:56:04.524" v="2135" actId="14100"/>
          <ac:spMkLst>
            <pc:docMk/>
            <pc:sldMk cId="2634051964" sldId="289"/>
            <ac:spMk id="2" creationId="{73AD1EEF-D8A5-3C4E-D704-23218E31A1E0}"/>
          </ac:spMkLst>
        </pc:spChg>
        <pc:spChg chg="mod">
          <ac:chgData name="NIKET TALIKOTI" userId="4dd9bec4b35b9990" providerId="LiveId" clId="{468D25BC-66C4-4D68-82D0-B47D02688C7B}" dt="2025-05-08T12:58:21.451" v="2166" actId="27636"/>
          <ac:spMkLst>
            <pc:docMk/>
            <pc:sldMk cId="2634051964" sldId="289"/>
            <ac:spMk id="4" creationId="{FB8661C9-57FE-002A-C58E-4AC67E82F625}"/>
          </ac:spMkLst>
        </pc:spChg>
        <pc:picChg chg="mod">
          <ac:chgData name="NIKET TALIKOTI" userId="4dd9bec4b35b9990" providerId="LiveId" clId="{468D25BC-66C4-4D68-82D0-B47D02688C7B}" dt="2025-05-08T12:56:31.412" v="2144" actId="14100"/>
          <ac:picMkLst>
            <pc:docMk/>
            <pc:sldMk cId="2634051964" sldId="289"/>
            <ac:picMk id="8" creationId="{733D9B42-E06D-5ADA-41A7-C615DB99B8D8}"/>
          </ac:picMkLst>
        </pc:picChg>
      </pc:sldChg>
      <pc:sldChg chg="addSp delSp modSp add del mod modClrScheme chgLayout">
        <pc:chgData name="NIKET TALIKOTI" userId="4dd9bec4b35b9990" providerId="LiveId" clId="{468D25BC-66C4-4D68-82D0-B47D02688C7B}" dt="2025-05-08T10:38:30" v="133" actId="2696"/>
        <pc:sldMkLst>
          <pc:docMk/>
          <pc:sldMk cId="2493931182" sldId="290"/>
        </pc:sldMkLst>
        <pc:spChg chg="add mod ord">
          <ac:chgData name="NIKET TALIKOTI" userId="4dd9bec4b35b9990" providerId="LiveId" clId="{468D25BC-66C4-4D68-82D0-B47D02688C7B}" dt="2025-05-08T10:38:15.786" v="132" actId="700"/>
          <ac:spMkLst>
            <pc:docMk/>
            <pc:sldMk cId="2493931182" sldId="290"/>
            <ac:spMk id="2" creationId="{8C1D6040-7BF4-28A6-1FF1-298C553E40F8}"/>
          </ac:spMkLst>
        </pc:spChg>
        <pc:spChg chg="add mod ord">
          <ac:chgData name="NIKET TALIKOTI" userId="4dd9bec4b35b9990" providerId="LiveId" clId="{468D25BC-66C4-4D68-82D0-B47D02688C7B}" dt="2025-05-08T10:38:15.786" v="132" actId="700"/>
          <ac:spMkLst>
            <pc:docMk/>
            <pc:sldMk cId="2493931182" sldId="290"/>
            <ac:spMk id="3" creationId="{50BAF4E1-F6C7-C069-E0D1-6380C81348CD}"/>
          </ac:spMkLst>
        </pc:spChg>
        <pc:spChg chg="add mod ord">
          <ac:chgData name="NIKET TALIKOTI" userId="4dd9bec4b35b9990" providerId="LiveId" clId="{468D25BC-66C4-4D68-82D0-B47D02688C7B}" dt="2025-05-08T10:38:15.786" v="132" actId="700"/>
          <ac:spMkLst>
            <pc:docMk/>
            <pc:sldMk cId="2493931182" sldId="290"/>
            <ac:spMk id="4" creationId="{51FD3166-10AD-0809-BEEA-863437B4E943}"/>
          </ac:spMkLst>
        </pc:spChg>
        <pc:spChg chg="del mod ord">
          <ac:chgData name="NIKET TALIKOTI" userId="4dd9bec4b35b9990" providerId="LiveId" clId="{468D25BC-66C4-4D68-82D0-B47D02688C7B}" dt="2025-05-08T10:38:15.786" v="132" actId="700"/>
          <ac:spMkLst>
            <pc:docMk/>
            <pc:sldMk cId="2493931182" sldId="290"/>
            <ac:spMk id="5" creationId="{BDF7192A-AA7B-B394-39C8-7B5B9E388D55}"/>
          </ac:spMkLst>
        </pc:spChg>
        <pc:spChg chg="del mod ord">
          <ac:chgData name="NIKET TALIKOTI" userId="4dd9bec4b35b9990" providerId="LiveId" clId="{468D25BC-66C4-4D68-82D0-B47D02688C7B}" dt="2025-05-08T10:38:15.786" v="132" actId="700"/>
          <ac:spMkLst>
            <pc:docMk/>
            <pc:sldMk cId="2493931182" sldId="290"/>
            <ac:spMk id="7" creationId="{6E22F881-42A9-B689-7344-AD776017D13A}"/>
          </ac:spMkLst>
        </pc:spChg>
      </pc:sldChg>
      <pc:sldChg chg="addSp delSp modSp add mod setBg">
        <pc:chgData name="NIKET TALIKOTI" userId="4dd9bec4b35b9990" providerId="LiveId" clId="{468D25BC-66C4-4D68-82D0-B47D02688C7B}" dt="2025-05-08T12:58:34.398" v="2169" actId="27636"/>
        <pc:sldMkLst>
          <pc:docMk/>
          <pc:sldMk cId="2892847297" sldId="290"/>
        </pc:sldMkLst>
        <pc:spChg chg="mod">
          <ac:chgData name="NIKET TALIKOTI" userId="4dd9bec4b35b9990" providerId="LiveId" clId="{468D25BC-66C4-4D68-82D0-B47D02688C7B}" dt="2025-05-08T12:56:54.096" v="2147" actId="14100"/>
          <ac:spMkLst>
            <pc:docMk/>
            <pc:sldMk cId="2892847297" sldId="290"/>
            <ac:spMk id="2" creationId="{68A03A28-F27E-1587-B4D6-1CD4C458C34D}"/>
          </ac:spMkLst>
        </pc:spChg>
        <pc:spChg chg="add mod">
          <ac:chgData name="NIKET TALIKOTI" userId="4dd9bec4b35b9990" providerId="LiveId" clId="{468D25BC-66C4-4D68-82D0-B47D02688C7B}" dt="2025-05-08T11:05:26.289" v="324"/>
          <ac:spMkLst>
            <pc:docMk/>
            <pc:sldMk cId="2892847297" sldId="290"/>
            <ac:spMk id="3" creationId="{09B03FC1-7616-B8B9-3B74-B9C104257537}"/>
          </ac:spMkLst>
        </pc:spChg>
        <pc:spChg chg="add del mod">
          <ac:chgData name="NIKET TALIKOTI" userId="4dd9bec4b35b9990" providerId="LiveId" clId="{468D25BC-66C4-4D68-82D0-B47D02688C7B}" dt="2025-05-08T12:58:34.398" v="2169" actId="27636"/>
          <ac:spMkLst>
            <pc:docMk/>
            <pc:sldMk cId="2892847297" sldId="290"/>
            <ac:spMk id="4" creationId="{5B82B427-BAE9-DB9C-9EE0-A2525B337EA4}"/>
          </ac:spMkLst>
        </pc:spChg>
        <pc:picChg chg="mod">
          <ac:chgData name="NIKET TALIKOTI" userId="4dd9bec4b35b9990" providerId="LiveId" clId="{468D25BC-66C4-4D68-82D0-B47D02688C7B}" dt="2025-05-08T12:57:01.096" v="2150" actId="1076"/>
          <ac:picMkLst>
            <pc:docMk/>
            <pc:sldMk cId="2892847297" sldId="290"/>
            <ac:picMk id="8" creationId="{48E17CB5-9341-4208-3363-BB001D0D74DE}"/>
          </ac:picMkLst>
        </pc:picChg>
      </pc:sldChg>
      <pc:sldChg chg="addSp modSp add mod setBg">
        <pc:chgData name="NIKET TALIKOTI" userId="4dd9bec4b35b9990" providerId="LiveId" clId="{468D25BC-66C4-4D68-82D0-B47D02688C7B}" dt="2025-05-08T12:59:57.517" v="2188" actId="255"/>
        <pc:sldMkLst>
          <pc:docMk/>
          <pc:sldMk cId="772763859" sldId="291"/>
        </pc:sldMkLst>
        <pc:spChg chg="mod">
          <ac:chgData name="NIKET TALIKOTI" userId="4dd9bec4b35b9990" providerId="LiveId" clId="{468D25BC-66C4-4D68-82D0-B47D02688C7B}" dt="2025-05-08T12:59:19.008" v="2179" actId="14100"/>
          <ac:spMkLst>
            <pc:docMk/>
            <pc:sldMk cId="772763859" sldId="291"/>
            <ac:spMk id="2" creationId="{6243E1C1-0A7E-0EED-E5AE-368F3C46AD86}"/>
          </ac:spMkLst>
        </pc:spChg>
        <pc:spChg chg="add">
          <ac:chgData name="NIKET TALIKOTI" userId="4dd9bec4b35b9990" providerId="LiveId" clId="{468D25BC-66C4-4D68-82D0-B47D02688C7B}" dt="2025-05-08T11:13:51.148" v="404"/>
          <ac:spMkLst>
            <pc:docMk/>
            <pc:sldMk cId="772763859" sldId="291"/>
            <ac:spMk id="3" creationId="{5381BDD4-13F6-3243-45FF-DE33A33CE290}"/>
          </ac:spMkLst>
        </pc:spChg>
        <pc:spChg chg="mod">
          <ac:chgData name="NIKET TALIKOTI" userId="4dd9bec4b35b9990" providerId="LiveId" clId="{468D25BC-66C4-4D68-82D0-B47D02688C7B}" dt="2025-05-08T12:59:57.517" v="2188" actId="255"/>
          <ac:spMkLst>
            <pc:docMk/>
            <pc:sldMk cId="772763859" sldId="291"/>
            <ac:spMk id="4" creationId="{41FE8821-9966-CCFA-5654-433FF489A551}"/>
          </ac:spMkLst>
        </pc:spChg>
        <pc:spChg chg="add">
          <ac:chgData name="NIKET TALIKOTI" userId="4dd9bec4b35b9990" providerId="LiveId" clId="{468D25BC-66C4-4D68-82D0-B47D02688C7B}" dt="2025-05-08T11:14:03.256" v="405"/>
          <ac:spMkLst>
            <pc:docMk/>
            <pc:sldMk cId="772763859" sldId="291"/>
            <ac:spMk id="5" creationId="{96265ACE-905B-3AEF-B09D-4E0CDCCF3A8B}"/>
          </ac:spMkLst>
        </pc:spChg>
        <pc:picChg chg="mod">
          <ac:chgData name="NIKET TALIKOTI" userId="4dd9bec4b35b9990" providerId="LiveId" clId="{468D25BC-66C4-4D68-82D0-B47D02688C7B}" dt="2025-05-08T12:59:22.117" v="2180" actId="1076"/>
          <ac:picMkLst>
            <pc:docMk/>
            <pc:sldMk cId="772763859" sldId="291"/>
            <ac:picMk id="8" creationId="{792DBF6B-A5EF-E499-A21D-784DAB8A7E07}"/>
          </ac:picMkLst>
        </pc:picChg>
      </pc:sldChg>
      <pc:sldChg chg="new del">
        <pc:chgData name="NIKET TALIKOTI" userId="4dd9bec4b35b9990" providerId="LiveId" clId="{468D25BC-66C4-4D68-82D0-B47D02688C7B}" dt="2025-05-08T10:30:34.658" v="53" actId="680"/>
        <pc:sldMkLst>
          <pc:docMk/>
          <pc:sldMk cId="2387588020" sldId="291"/>
        </pc:sldMkLst>
      </pc:sldChg>
      <pc:sldChg chg="modSp add mod setBg">
        <pc:chgData name="NIKET TALIKOTI" userId="4dd9bec4b35b9990" providerId="LiveId" clId="{468D25BC-66C4-4D68-82D0-B47D02688C7B}" dt="2025-05-08T13:00:32.274" v="2191" actId="207"/>
        <pc:sldMkLst>
          <pc:docMk/>
          <pc:sldMk cId="73208315" sldId="292"/>
        </pc:sldMkLst>
        <pc:spChg chg="mod">
          <ac:chgData name="NIKET TALIKOTI" userId="4dd9bec4b35b9990" providerId="LiveId" clId="{468D25BC-66C4-4D68-82D0-B47D02688C7B}" dt="2025-05-08T12:48:52.543" v="2091"/>
          <ac:spMkLst>
            <pc:docMk/>
            <pc:sldMk cId="73208315" sldId="292"/>
            <ac:spMk id="2" creationId="{EE872FF3-B694-7C63-C94A-A7E2EE765E11}"/>
          </ac:spMkLst>
        </pc:spChg>
        <pc:spChg chg="mod">
          <ac:chgData name="NIKET TALIKOTI" userId="4dd9bec4b35b9990" providerId="LiveId" clId="{468D25BC-66C4-4D68-82D0-B47D02688C7B}" dt="2025-05-08T13:00:32.274" v="2191" actId="207"/>
          <ac:spMkLst>
            <pc:docMk/>
            <pc:sldMk cId="73208315" sldId="292"/>
            <ac:spMk id="4" creationId="{288B2D1B-CA54-93AC-D74C-2EB8842677A8}"/>
          </ac:spMkLst>
        </pc:spChg>
        <pc:picChg chg="mod">
          <ac:chgData name="NIKET TALIKOTI" userId="4dd9bec4b35b9990" providerId="LiveId" clId="{468D25BC-66C4-4D68-82D0-B47D02688C7B}" dt="2025-05-08T13:00:22.573" v="2190" actId="1076"/>
          <ac:picMkLst>
            <pc:docMk/>
            <pc:sldMk cId="73208315" sldId="292"/>
            <ac:picMk id="8" creationId="{9E5B108B-25E1-1450-5EED-851794D15AC5}"/>
          </ac:picMkLst>
        </pc:picChg>
      </pc:sldChg>
      <pc:sldChg chg="addSp modSp add mod setBg">
        <pc:chgData name="NIKET TALIKOTI" userId="4dd9bec4b35b9990" providerId="LiveId" clId="{468D25BC-66C4-4D68-82D0-B47D02688C7B}" dt="2025-05-08T13:00:14.098" v="2189" actId="207"/>
        <pc:sldMkLst>
          <pc:docMk/>
          <pc:sldMk cId="945930662" sldId="293"/>
        </pc:sldMkLst>
        <pc:spChg chg="mod">
          <ac:chgData name="NIKET TALIKOTI" userId="4dd9bec4b35b9990" providerId="LiveId" clId="{468D25BC-66C4-4D68-82D0-B47D02688C7B}" dt="2025-05-08T12:48:52.543" v="2091"/>
          <ac:spMkLst>
            <pc:docMk/>
            <pc:sldMk cId="945930662" sldId="293"/>
            <ac:spMk id="2" creationId="{E5DB6D17-3CC4-2A9B-4265-2E7DE9C9BDA9}"/>
          </ac:spMkLst>
        </pc:spChg>
        <pc:spChg chg="add">
          <ac:chgData name="NIKET TALIKOTI" userId="4dd9bec4b35b9990" providerId="LiveId" clId="{468D25BC-66C4-4D68-82D0-B47D02688C7B}" dt="2025-05-08T11:18:38.195" v="445"/>
          <ac:spMkLst>
            <pc:docMk/>
            <pc:sldMk cId="945930662" sldId="293"/>
            <ac:spMk id="3" creationId="{BDF2CD12-AA11-933D-2557-CBE5AE7F29CF}"/>
          </ac:spMkLst>
        </pc:spChg>
        <pc:spChg chg="mod">
          <ac:chgData name="NIKET TALIKOTI" userId="4dd9bec4b35b9990" providerId="LiveId" clId="{468D25BC-66C4-4D68-82D0-B47D02688C7B}" dt="2025-05-08T13:00:14.098" v="2189" actId="207"/>
          <ac:spMkLst>
            <pc:docMk/>
            <pc:sldMk cId="945930662" sldId="293"/>
            <ac:spMk id="4" creationId="{B584ECE0-1244-B1BC-72D9-8169D334031E}"/>
          </ac:spMkLst>
        </pc:spChg>
        <pc:picChg chg="mod">
          <ac:chgData name="NIKET TALIKOTI" userId="4dd9bec4b35b9990" providerId="LiveId" clId="{468D25BC-66C4-4D68-82D0-B47D02688C7B}" dt="2025-05-08T12:48:52.543" v="2091"/>
          <ac:picMkLst>
            <pc:docMk/>
            <pc:sldMk cId="945930662" sldId="293"/>
            <ac:picMk id="8" creationId="{1BFC81A1-4664-5A89-E50D-AA15975E5CFC}"/>
          </ac:picMkLst>
        </pc:picChg>
      </pc:sldChg>
      <pc:sldChg chg="modSp add mod setBg">
        <pc:chgData name="NIKET TALIKOTI" userId="4dd9bec4b35b9990" providerId="LiveId" clId="{468D25BC-66C4-4D68-82D0-B47D02688C7B}" dt="2025-05-08T13:02:05.529" v="2214" actId="27636"/>
        <pc:sldMkLst>
          <pc:docMk/>
          <pc:sldMk cId="2676808971" sldId="294"/>
        </pc:sldMkLst>
        <pc:spChg chg="mod">
          <ac:chgData name="NIKET TALIKOTI" userId="4dd9bec4b35b9990" providerId="LiveId" clId="{468D25BC-66C4-4D68-82D0-B47D02688C7B}" dt="2025-05-08T12:48:52.543" v="2091"/>
          <ac:spMkLst>
            <pc:docMk/>
            <pc:sldMk cId="2676808971" sldId="294"/>
            <ac:spMk id="2" creationId="{06D14409-6FF3-CD5C-8723-5D6AD2A319E7}"/>
          </ac:spMkLst>
        </pc:spChg>
        <pc:spChg chg="mod">
          <ac:chgData name="NIKET TALIKOTI" userId="4dd9bec4b35b9990" providerId="LiveId" clId="{468D25BC-66C4-4D68-82D0-B47D02688C7B}" dt="2025-05-08T13:02:05.529" v="2214" actId="27636"/>
          <ac:spMkLst>
            <pc:docMk/>
            <pc:sldMk cId="2676808971" sldId="294"/>
            <ac:spMk id="4" creationId="{D2411BB4-D29F-6D25-3BA6-F70D446A91AC}"/>
          </ac:spMkLst>
        </pc:spChg>
        <pc:picChg chg="mod">
          <ac:chgData name="NIKET TALIKOTI" userId="4dd9bec4b35b9990" providerId="LiveId" clId="{468D25BC-66C4-4D68-82D0-B47D02688C7B}" dt="2025-05-08T13:02:00.839" v="2212" actId="1076"/>
          <ac:picMkLst>
            <pc:docMk/>
            <pc:sldMk cId="2676808971" sldId="294"/>
            <ac:picMk id="8" creationId="{7C23CE90-9A50-98CA-5A43-BD533A8CBE96}"/>
          </ac:picMkLst>
        </pc:picChg>
      </pc:sldChg>
      <pc:sldChg chg="addSp modSp add mod setBg">
        <pc:chgData name="NIKET TALIKOTI" userId="4dd9bec4b35b9990" providerId="LiveId" clId="{468D25BC-66C4-4D68-82D0-B47D02688C7B}" dt="2025-05-08T13:00:39.835" v="2192" actId="207"/>
        <pc:sldMkLst>
          <pc:docMk/>
          <pc:sldMk cId="4259507151" sldId="295"/>
        </pc:sldMkLst>
        <pc:spChg chg="mod">
          <ac:chgData name="NIKET TALIKOTI" userId="4dd9bec4b35b9990" providerId="LiveId" clId="{468D25BC-66C4-4D68-82D0-B47D02688C7B}" dt="2025-05-08T12:48:52.543" v="2091"/>
          <ac:spMkLst>
            <pc:docMk/>
            <pc:sldMk cId="4259507151" sldId="295"/>
            <ac:spMk id="2" creationId="{E714A428-0ED0-FE5F-E075-28FD8222C4D4}"/>
          </ac:spMkLst>
        </pc:spChg>
        <pc:spChg chg="add">
          <ac:chgData name="NIKET TALIKOTI" userId="4dd9bec4b35b9990" providerId="LiveId" clId="{468D25BC-66C4-4D68-82D0-B47D02688C7B}" dt="2025-05-08T11:27:56.465" v="553"/>
          <ac:spMkLst>
            <pc:docMk/>
            <pc:sldMk cId="4259507151" sldId="295"/>
            <ac:spMk id="3" creationId="{A7A85AF2-E50D-5E52-833F-CA045428718D}"/>
          </ac:spMkLst>
        </pc:spChg>
        <pc:spChg chg="mod">
          <ac:chgData name="NIKET TALIKOTI" userId="4dd9bec4b35b9990" providerId="LiveId" clId="{468D25BC-66C4-4D68-82D0-B47D02688C7B}" dt="2025-05-08T13:00:39.835" v="2192" actId="207"/>
          <ac:spMkLst>
            <pc:docMk/>
            <pc:sldMk cId="4259507151" sldId="295"/>
            <ac:spMk id="4" creationId="{DD7B1087-088B-7A18-0CB8-2CCAC3AD0127}"/>
          </ac:spMkLst>
        </pc:spChg>
        <pc:picChg chg="mod">
          <ac:chgData name="NIKET TALIKOTI" userId="4dd9bec4b35b9990" providerId="LiveId" clId="{468D25BC-66C4-4D68-82D0-B47D02688C7B}" dt="2025-05-08T12:48:52.543" v="2091"/>
          <ac:picMkLst>
            <pc:docMk/>
            <pc:sldMk cId="4259507151" sldId="295"/>
            <ac:picMk id="8" creationId="{4380263D-FAC3-EFE3-8E8A-F0E375C40607}"/>
          </ac:picMkLst>
        </pc:picChg>
      </pc:sldChg>
      <pc:sldChg chg="modSp add mod setBg">
        <pc:chgData name="NIKET TALIKOTI" userId="4dd9bec4b35b9990" providerId="LiveId" clId="{468D25BC-66C4-4D68-82D0-B47D02688C7B}" dt="2025-05-08T13:01:29.944" v="2207" actId="27636"/>
        <pc:sldMkLst>
          <pc:docMk/>
          <pc:sldMk cId="2211661625" sldId="296"/>
        </pc:sldMkLst>
        <pc:spChg chg="mod">
          <ac:chgData name="NIKET TALIKOTI" userId="4dd9bec4b35b9990" providerId="LiveId" clId="{468D25BC-66C4-4D68-82D0-B47D02688C7B}" dt="2025-05-08T13:00:57.921" v="2195" actId="14100"/>
          <ac:spMkLst>
            <pc:docMk/>
            <pc:sldMk cId="2211661625" sldId="296"/>
            <ac:spMk id="2" creationId="{2BCFBE5D-37D8-2CAC-673B-401520D12752}"/>
          </ac:spMkLst>
        </pc:spChg>
        <pc:spChg chg="mod">
          <ac:chgData name="NIKET TALIKOTI" userId="4dd9bec4b35b9990" providerId="LiveId" clId="{468D25BC-66C4-4D68-82D0-B47D02688C7B}" dt="2025-05-08T13:01:29.944" v="2207" actId="27636"/>
          <ac:spMkLst>
            <pc:docMk/>
            <pc:sldMk cId="2211661625" sldId="296"/>
            <ac:spMk id="4" creationId="{DBB70A94-D5E8-AE90-0C34-583082339661}"/>
          </ac:spMkLst>
        </pc:spChg>
        <pc:picChg chg="mod">
          <ac:chgData name="NIKET TALIKOTI" userId="4dd9bec4b35b9990" providerId="LiveId" clId="{468D25BC-66C4-4D68-82D0-B47D02688C7B}" dt="2025-05-08T13:01:20.187" v="2204" actId="1076"/>
          <ac:picMkLst>
            <pc:docMk/>
            <pc:sldMk cId="2211661625" sldId="296"/>
            <ac:picMk id="8" creationId="{D1A509FD-F540-7E49-7422-2C7967872A5C}"/>
          </ac:picMkLst>
        </pc:picChg>
      </pc:sldChg>
      <pc:sldChg chg="modSp add mod setBg">
        <pc:chgData name="NIKET TALIKOTI" userId="4dd9bec4b35b9990" providerId="LiveId" clId="{468D25BC-66C4-4D68-82D0-B47D02688C7B}" dt="2025-05-08T13:02:13.697" v="2215" actId="207"/>
        <pc:sldMkLst>
          <pc:docMk/>
          <pc:sldMk cId="1378041160" sldId="297"/>
        </pc:sldMkLst>
        <pc:spChg chg="mod">
          <ac:chgData name="NIKET TALIKOTI" userId="4dd9bec4b35b9990" providerId="LiveId" clId="{468D25BC-66C4-4D68-82D0-B47D02688C7B}" dt="2025-05-08T13:02:13.697" v="2215" actId="207"/>
          <ac:spMkLst>
            <pc:docMk/>
            <pc:sldMk cId="1378041160" sldId="297"/>
            <ac:spMk id="5" creationId="{156DAC22-2B32-70C4-6E6D-C0E5E2EDA38B}"/>
          </ac:spMkLst>
        </pc:spChg>
        <pc:spChg chg="mod">
          <ac:chgData name="NIKET TALIKOTI" userId="4dd9bec4b35b9990" providerId="LiveId" clId="{468D25BC-66C4-4D68-82D0-B47D02688C7B}" dt="2025-05-08T12:48:52.543" v="2091"/>
          <ac:spMkLst>
            <pc:docMk/>
            <pc:sldMk cId="1378041160" sldId="297"/>
            <ac:spMk id="7" creationId="{13AEF6A9-CE77-8DB2-DB9E-311B4CEDEEC9}"/>
          </ac:spMkLst>
        </pc:spChg>
      </pc:sldChg>
      <pc:sldChg chg="add del">
        <pc:chgData name="NIKET TALIKOTI" userId="4dd9bec4b35b9990" providerId="LiveId" clId="{468D25BC-66C4-4D68-82D0-B47D02688C7B}" dt="2025-05-08T12:23:39.767" v="1095" actId="2696"/>
        <pc:sldMkLst>
          <pc:docMk/>
          <pc:sldMk cId="747955099" sldId="298"/>
        </pc:sldMkLst>
      </pc:sldChg>
      <pc:sldChg chg="modSp add mod">
        <pc:chgData name="NIKET TALIKOTI" userId="4dd9bec4b35b9990" providerId="LiveId" clId="{468D25BC-66C4-4D68-82D0-B47D02688C7B}" dt="2025-05-08T13:02:26.166" v="2217" actId="123"/>
        <pc:sldMkLst>
          <pc:docMk/>
          <pc:sldMk cId="2435196547" sldId="298"/>
        </pc:sldMkLst>
        <pc:spChg chg="mod">
          <ac:chgData name="NIKET TALIKOTI" userId="4dd9bec4b35b9990" providerId="LiveId" clId="{468D25BC-66C4-4D68-82D0-B47D02688C7B}" dt="2025-05-08T13:02:26.166" v="2217" actId="123"/>
          <ac:spMkLst>
            <pc:docMk/>
            <pc:sldMk cId="2435196547" sldId="298"/>
            <ac:spMk id="5" creationId="{AC3EB61D-A3D8-C6CC-09D6-231F92E6566C}"/>
          </ac:spMkLst>
        </pc:spChg>
        <pc:spChg chg="mod">
          <ac:chgData name="NIKET TALIKOTI" userId="4dd9bec4b35b9990" providerId="LiveId" clId="{468D25BC-66C4-4D68-82D0-B47D02688C7B}" dt="2025-05-08T12:48:52.543" v="2091"/>
          <ac:spMkLst>
            <pc:docMk/>
            <pc:sldMk cId="2435196547" sldId="298"/>
            <ac:spMk id="7" creationId="{038C4480-7C94-70BD-E596-84BF20712A94}"/>
          </ac:spMkLst>
        </pc:spChg>
      </pc:sldChg>
      <pc:sldChg chg="modSp add mod setBg">
        <pc:chgData name="NIKET TALIKOTI" userId="4dd9bec4b35b9990" providerId="LiveId" clId="{468D25BC-66C4-4D68-82D0-B47D02688C7B}" dt="2025-05-08T13:03:01.725" v="2223" actId="207"/>
        <pc:sldMkLst>
          <pc:docMk/>
          <pc:sldMk cId="276493768" sldId="299"/>
        </pc:sldMkLst>
        <pc:spChg chg="mod">
          <ac:chgData name="NIKET TALIKOTI" userId="4dd9bec4b35b9990" providerId="LiveId" clId="{468D25BC-66C4-4D68-82D0-B47D02688C7B}" dt="2025-05-08T13:02:33.765" v="2218" actId="207"/>
          <ac:spMkLst>
            <pc:docMk/>
            <pc:sldMk cId="276493768" sldId="299"/>
            <ac:spMk id="5" creationId="{F9F2A7CD-FD4C-3B8B-88A0-3361C20AC47D}"/>
          </ac:spMkLst>
        </pc:spChg>
        <pc:spChg chg="mod">
          <ac:chgData name="NIKET TALIKOTI" userId="4dd9bec4b35b9990" providerId="LiveId" clId="{468D25BC-66C4-4D68-82D0-B47D02688C7B}" dt="2025-05-08T13:03:01.725" v="2223" actId="207"/>
          <ac:spMkLst>
            <pc:docMk/>
            <pc:sldMk cId="276493768" sldId="299"/>
            <ac:spMk id="7" creationId="{8AA696E7-FF22-2ACD-82FE-335ED44B98CC}"/>
          </ac:spMkLst>
        </pc:spChg>
      </pc:sldChg>
      <pc:sldChg chg="add del">
        <pc:chgData name="NIKET TALIKOTI" userId="4dd9bec4b35b9990" providerId="LiveId" clId="{468D25BC-66C4-4D68-82D0-B47D02688C7B}" dt="2025-05-08T12:23:44.110" v="1096" actId="2696"/>
        <pc:sldMkLst>
          <pc:docMk/>
          <pc:sldMk cId="4282704378" sldId="299"/>
        </pc:sldMkLst>
      </pc:sldChg>
      <pc:sldChg chg="add del">
        <pc:chgData name="NIKET TALIKOTI" userId="4dd9bec4b35b9990" providerId="LiveId" clId="{468D25BC-66C4-4D68-82D0-B47D02688C7B}" dt="2025-05-08T12:23:47.087" v="1097" actId="2696"/>
        <pc:sldMkLst>
          <pc:docMk/>
          <pc:sldMk cId="1775699593" sldId="300"/>
        </pc:sldMkLst>
      </pc:sldChg>
      <pc:sldChg chg="addSp delSp modSp add mod setBg">
        <pc:chgData name="NIKET TALIKOTI" userId="4dd9bec4b35b9990" providerId="LiveId" clId="{468D25BC-66C4-4D68-82D0-B47D02688C7B}" dt="2025-05-08T13:02:46.426" v="2221" actId="207"/>
        <pc:sldMkLst>
          <pc:docMk/>
          <pc:sldMk cId="2754941699" sldId="300"/>
        </pc:sldMkLst>
        <pc:spChg chg="add del mod">
          <ac:chgData name="NIKET TALIKOTI" userId="4dd9bec4b35b9990" providerId="LiveId" clId="{468D25BC-66C4-4D68-82D0-B47D02688C7B}" dt="2025-05-08T12:30:07.120" v="1183" actId="21"/>
          <ac:spMkLst>
            <pc:docMk/>
            <pc:sldMk cId="2754941699" sldId="300"/>
            <ac:spMk id="3" creationId="{DB737971-D403-FE85-3536-E855A35C4530}"/>
          </ac:spMkLst>
        </pc:spChg>
        <pc:spChg chg="del">
          <ac:chgData name="NIKET TALIKOTI" userId="4dd9bec4b35b9990" providerId="LiveId" clId="{468D25BC-66C4-4D68-82D0-B47D02688C7B}" dt="2025-05-08T12:29:59.221" v="1182" actId="21"/>
          <ac:spMkLst>
            <pc:docMk/>
            <pc:sldMk cId="2754941699" sldId="300"/>
            <ac:spMk id="5" creationId="{BBA7B8CC-1221-F2D4-3713-EAAECB7F8045}"/>
          </ac:spMkLst>
        </pc:spChg>
        <pc:spChg chg="add del mod">
          <ac:chgData name="NIKET TALIKOTI" userId="4dd9bec4b35b9990" providerId="LiveId" clId="{468D25BC-66C4-4D68-82D0-B47D02688C7B}" dt="2025-05-08T12:30:15.412" v="1185" actId="21"/>
          <ac:spMkLst>
            <pc:docMk/>
            <pc:sldMk cId="2754941699" sldId="300"/>
            <ac:spMk id="6" creationId="{0F6DA76C-8DFF-31FE-2931-2DB3F28417E7}"/>
          </ac:spMkLst>
        </pc:spChg>
        <pc:spChg chg="del">
          <ac:chgData name="NIKET TALIKOTI" userId="4dd9bec4b35b9990" providerId="LiveId" clId="{468D25BC-66C4-4D68-82D0-B47D02688C7B}" dt="2025-05-08T12:30:11.952" v="1184" actId="21"/>
          <ac:spMkLst>
            <pc:docMk/>
            <pc:sldMk cId="2754941699" sldId="300"/>
            <ac:spMk id="7" creationId="{A0CA70D0-78BC-FE86-1874-81EB44A9503A}"/>
          </ac:spMkLst>
        </pc:spChg>
        <pc:spChg chg="add mod">
          <ac:chgData name="NIKET TALIKOTI" userId="4dd9bec4b35b9990" providerId="LiveId" clId="{468D25BC-66C4-4D68-82D0-B47D02688C7B}" dt="2025-05-08T13:02:46.426" v="2221" actId="207"/>
          <ac:spMkLst>
            <pc:docMk/>
            <pc:sldMk cId="2754941699" sldId="300"/>
            <ac:spMk id="8" creationId="{76C26AE9-4728-E8BF-AA30-FDC0C80EE7F7}"/>
          </ac:spMkLst>
        </pc:spChg>
      </pc:sldChg>
      <pc:sldMasterChg chg="modSp modSldLayout">
        <pc:chgData name="NIKET TALIKOTI" userId="4dd9bec4b35b9990" providerId="LiveId" clId="{468D25BC-66C4-4D68-82D0-B47D02688C7B}" dt="2025-05-08T12:48:52.543" v="2091"/>
        <pc:sldMasterMkLst>
          <pc:docMk/>
          <pc:sldMasterMk cId="1514171128" sldId="2147483648"/>
        </pc:sldMasterMkLst>
        <pc:spChg chg="mod">
          <ac:chgData name="NIKET TALIKOTI" userId="4dd9bec4b35b9990" providerId="LiveId" clId="{468D25BC-66C4-4D68-82D0-B47D02688C7B}" dt="2025-05-08T12:48:52.543" v="2091"/>
          <ac:spMkLst>
            <pc:docMk/>
            <pc:sldMasterMk cId="1514171128" sldId="2147483648"/>
            <ac:spMk id="2" creationId="{E31DA184-592C-7394-CEEB-3690FEDAC104}"/>
          </ac:spMkLst>
        </pc:spChg>
        <pc:spChg chg="mod">
          <ac:chgData name="NIKET TALIKOTI" userId="4dd9bec4b35b9990" providerId="LiveId" clId="{468D25BC-66C4-4D68-82D0-B47D02688C7B}" dt="2025-05-08T12:48:52.543" v="2091"/>
          <ac:spMkLst>
            <pc:docMk/>
            <pc:sldMasterMk cId="1514171128" sldId="2147483648"/>
            <ac:spMk id="3" creationId="{33D3A489-4C16-E72B-623F-398F155493BB}"/>
          </ac:spMkLst>
        </pc:spChg>
        <pc:spChg chg="mod">
          <ac:chgData name="NIKET TALIKOTI" userId="4dd9bec4b35b9990" providerId="LiveId" clId="{468D25BC-66C4-4D68-82D0-B47D02688C7B}" dt="2025-05-08T12:48:52.543" v="2091"/>
          <ac:spMkLst>
            <pc:docMk/>
            <pc:sldMasterMk cId="1514171128" sldId="2147483648"/>
            <ac:spMk id="4" creationId="{13FA3BDE-FFB6-0686-9C2A-89C36D13FBF6}"/>
          </ac:spMkLst>
        </pc:spChg>
        <pc:spChg chg="mod">
          <ac:chgData name="NIKET TALIKOTI" userId="4dd9bec4b35b9990" providerId="LiveId" clId="{468D25BC-66C4-4D68-82D0-B47D02688C7B}" dt="2025-05-08T12:48:52.543" v="2091"/>
          <ac:spMkLst>
            <pc:docMk/>
            <pc:sldMasterMk cId="1514171128" sldId="2147483648"/>
            <ac:spMk id="5" creationId="{BF40D0C6-5D37-A78F-3FB5-90566302BC34}"/>
          </ac:spMkLst>
        </pc:spChg>
        <pc:spChg chg="mod">
          <ac:chgData name="NIKET TALIKOTI" userId="4dd9bec4b35b9990" providerId="LiveId" clId="{468D25BC-66C4-4D68-82D0-B47D02688C7B}" dt="2025-05-08T12:48:52.543" v="2091"/>
          <ac:spMkLst>
            <pc:docMk/>
            <pc:sldMasterMk cId="1514171128" sldId="2147483648"/>
            <ac:spMk id="6" creationId="{3E015228-3E6D-CF97-9EA7-25A9A07B7235}"/>
          </ac:spMkLst>
        </pc:spChg>
        <pc:sldLayoutChg chg="modSp">
          <pc:chgData name="NIKET TALIKOTI" userId="4dd9bec4b35b9990" providerId="LiveId" clId="{468D25BC-66C4-4D68-82D0-B47D02688C7B}" dt="2025-05-08T12:48:52.543" v="2091"/>
          <pc:sldLayoutMkLst>
            <pc:docMk/>
            <pc:sldMasterMk cId="1514171128" sldId="2147483648"/>
            <pc:sldLayoutMk cId="2092837070" sldId="2147483649"/>
          </pc:sldLayoutMkLst>
          <pc:spChg chg="mod">
            <ac:chgData name="NIKET TALIKOTI" userId="4dd9bec4b35b9990" providerId="LiveId" clId="{468D25BC-66C4-4D68-82D0-B47D02688C7B}" dt="2025-05-08T12:48:52.543" v="2091"/>
            <ac:spMkLst>
              <pc:docMk/>
              <pc:sldMasterMk cId="1514171128" sldId="2147483648"/>
              <pc:sldLayoutMk cId="2092837070" sldId="2147483649"/>
              <ac:spMk id="2" creationId="{55475FB2-50B0-5D13-C104-B5194B1065AD}"/>
            </ac:spMkLst>
          </pc:spChg>
          <pc:spChg chg="mod">
            <ac:chgData name="NIKET TALIKOTI" userId="4dd9bec4b35b9990" providerId="LiveId" clId="{468D25BC-66C4-4D68-82D0-B47D02688C7B}" dt="2025-05-08T12:48:52.543" v="2091"/>
            <ac:spMkLst>
              <pc:docMk/>
              <pc:sldMasterMk cId="1514171128" sldId="2147483648"/>
              <pc:sldLayoutMk cId="2092837070" sldId="2147483649"/>
              <ac:spMk id="3" creationId="{D83B38EF-0525-F325-904C-5431187B1B4B}"/>
            </ac:spMkLst>
          </pc:spChg>
        </pc:sldLayoutChg>
        <pc:sldLayoutChg chg="modSp">
          <pc:chgData name="NIKET TALIKOTI" userId="4dd9bec4b35b9990" providerId="LiveId" clId="{468D25BC-66C4-4D68-82D0-B47D02688C7B}" dt="2025-05-08T12:48:52.543" v="2091"/>
          <pc:sldLayoutMkLst>
            <pc:docMk/>
            <pc:sldMasterMk cId="1514171128" sldId="2147483648"/>
            <pc:sldLayoutMk cId="2986848175" sldId="2147483651"/>
          </pc:sldLayoutMkLst>
          <pc:spChg chg="mod">
            <ac:chgData name="NIKET TALIKOTI" userId="4dd9bec4b35b9990" providerId="LiveId" clId="{468D25BC-66C4-4D68-82D0-B47D02688C7B}" dt="2025-05-08T12:48:52.543" v="2091"/>
            <ac:spMkLst>
              <pc:docMk/>
              <pc:sldMasterMk cId="1514171128" sldId="2147483648"/>
              <pc:sldLayoutMk cId="2986848175" sldId="2147483651"/>
              <ac:spMk id="2" creationId="{F75CD24B-71C1-1C83-DA31-DC35C9B6E5B6}"/>
            </ac:spMkLst>
          </pc:spChg>
          <pc:spChg chg="mod">
            <ac:chgData name="NIKET TALIKOTI" userId="4dd9bec4b35b9990" providerId="LiveId" clId="{468D25BC-66C4-4D68-82D0-B47D02688C7B}" dt="2025-05-08T12:48:52.543" v="2091"/>
            <ac:spMkLst>
              <pc:docMk/>
              <pc:sldMasterMk cId="1514171128" sldId="2147483648"/>
              <pc:sldLayoutMk cId="2986848175" sldId="2147483651"/>
              <ac:spMk id="3" creationId="{D9A1E8D7-531C-45A5-379F-C7E416457ACA}"/>
            </ac:spMkLst>
          </pc:spChg>
        </pc:sldLayoutChg>
        <pc:sldLayoutChg chg="modSp">
          <pc:chgData name="NIKET TALIKOTI" userId="4dd9bec4b35b9990" providerId="LiveId" clId="{468D25BC-66C4-4D68-82D0-B47D02688C7B}" dt="2025-05-08T12:48:52.543" v="2091"/>
          <pc:sldLayoutMkLst>
            <pc:docMk/>
            <pc:sldMasterMk cId="1514171128" sldId="2147483648"/>
            <pc:sldLayoutMk cId="2409411785" sldId="2147483652"/>
          </pc:sldLayoutMkLst>
          <pc:spChg chg="mod">
            <ac:chgData name="NIKET TALIKOTI" userId="4dd9bec4b35b9990" providerId="LiveId" clId="{468D25BC-66C4-4D68-82D0-B47D02688C7B}" dt="2025-05-08T12:48:52.543" v="2091"/>
            <ac:spMkLst>
              <pc:docMk/>
              <pc:sldMasterMk cId="1514171128" sldId="2147483648"/>
              <pc:sldLayoutMk cId="2409411785" sldId="2147483652"/>
              <ac:spMk id="3" creationId="{DD821B97-C3E6-0BE7-9B89-69FACC9C9ACC}"/>
            </ac:spMkLst>
          </pc:spChg>
          <pc:spChg chg="mod">
            <ac:chgData name="NIKET TALIKOTI" userId="4dd9bec4b35b9990" providerId="LiveId" clId="{468D25BC-66C4-4D68-82D0-B47D02688C7B}" dt="2025-05-08T12:48:52.543" v="2091"/>
            <ac:spMkLst>
              <pc:docMk/>
              <pc:sldMasterMk cId="1514171128" sldId="2147483648"/>
              <pc:sldLayoutMk cId="2409411785" sldId="2147483652"/>
              <ac:spMk id="4" creationId="{29C08B02-1FC0-481F-7B7D-C04957670FC9}"/>
            </ac:spMkLst>
          </pc:spChg>
        </pc:sldLayoutChg>
        <pc:sldLayoutChg chg="modSp">
          <pc:chgData name="NIKET TALIKOTI" userId="4dd9bec4b35b9990" providerId="LiveId" clId="{468D25BC-66C4-4D68-82D0-B47D02688C7B}" dt="2025-05-08T12:48:52.543" v="2091"/>
          <pc:sldLayoutMkLst>
            <pc:docMk/>
            <pc:sldMasterMk cId="1514171128" sldId="2147483648"/>
            <pc:sldLayoutMk cId="1078835127" sldId="2147483653"/>
          </pc:sldLayoutMkLst>
          <pc:spChg chg="mod">
            <ac:chgData name="NIKET TALIKOTI" userId="4dd9bec4b35b9990" providerId="LiveId" clId="{468D25BC-66C4-4D68-82D0-B47D02688C7B}" dt="2025-05-08T12:48:52.543" v="2091"/>
            <ac:spMkLst>
              <pc:docMk/>
              <pc:sldMasterMk cId="1514171128" sldId="2147483648"/>
              <pc:sldLayoutMk cId="1078835127" sldId="2147483653"/>
              <ac:spMk id="2" creationId="{4307D3A3-3988-0F34-F453-5F555F75C4B4}"/>
            </ac:spMkLst>
          </pc:spChg>
          <pc:spChg chg="mod">
            <ac:chgData name="NIKET TALIKOTI" userId="4dd9bec4b35b9990" providerId="LiveId" clId="{468D25BC-66C4-4D68-82D0-B47D02688C7B}" dt="2025-05-08T12:48:52.543" v="2091"/>
            <ac:spMkLst>
              <pc:docMk/>
              <pc:sldMasterMk cId="1514171128" sldId="2147483648"/>
              <pc:sldLayoutMk cId="1078835127" sldId="2147483653"/>
              <ac:spMk id="3" creationId="{00C11EAA-9F80-64D2-5244-583460FB2CE7}"/>
            </ac:spMkLst>
          </pc:spChg>
          <pc:spChg chg="mod">
            <ac:chgData name="NIKET TALIKOTI" userId="4dd9bec4b35b9990" providerId="LiveId" clId="{468D25BC-66C4-4D68-82D0-B47D02688C7B}" dt="2025-05-08T12:48:52.543" v="2091"/>
            <ac:spMkLst>
              <pc:docMk/>
              <pc:sldMasterMk cId="1514171128" sldId="2147483648"/>
              <pc:sldLayoutMk cId="1078835127" sldId="2147483653"/>
              <ac:spMk id="4" creationId="{73ED6B41-DEC0-3E1B-C0ED-7DD4141AB22C}"/>
            </ac:spMkLst>
          </pc:spChg>
          <pc:spChg chg="mod">
            <ac:chgData name="NIKET TALIKOTI" userId="4dd9bec4b35b9990" providerId="LiveId" clId="{468D25BC-66C4-4D68-82D0-B47D02688C7B}" dt="2025-05-08T12:48:52.543" v="2091"/>
            <ac:spMkLst>
              <pc:docMk/>
              <pc:sldMasterMk cId="1514171128" sldId="2147483648"/>
              <pc:sldLayoutMk cId="1078835127" sldId="2147483653"/>
              <ac:spMk id="5" creationId="{C86527C3-84A9-E3A5-C4CB-6C123CF7AD47}"/>
            </ac:spMkLst>
          </pc:spChg>
          <pc:spChg chg="mod">
            <ac:chgData name="NIKET TALIKOTI" userId="4dd9bec4b35b9990" providerId="LiveId" clId="{468D25BC-66C4-4D68-82D0-B47D02688C7B}" dt="2025-05-08T12:48:52.543" v="2091"/>
            <ac:spMkLst>
              <pc:docMk/>
              <pc:sldMasterMk cId="1514171128" sldId="2147483648"/>
              <pc:sldLayoutMk cId="1078835127" sldId="2147483653"/>
              <ac:spMk id="6" creationId="{B55202F3-6BAC-27B7-08EA-AA35B25C5FAA}"/>
            </ac:spMkLst>
          </pc:spChg>
        </pc:sldLayoutChg>
        <pc:sldLayoutChg chg="modSp">
          <pc:chgData name="NIKET TALIKOTI" userId="4dd9bec4b35b9990" providerId="LiveId" clId="{468D25BC-66C4-4D68-82D0-B47D02688C7B}" dt="2025-05-08T12:48:52.543" v="2091"/>
          <pc:sldLayoutMkLst>
            <pc:docMk/>
            <pc:sldMasterMk cId="1514171128" sldId="2147483648"/>
            <pc:sldLayoutMk cId="143277325" sldId="2147483656"/>
          </pc:sldLayoutMkLst>
          <pc:spChg chg="mod">
            <ac:chgData name="NIKET TALIKOTI" userId="4dd9bec4b35b9990" providerId="LiveId" clId="{468D25BC-66C4-4D68-82D0-B47D02688C7B}" dt="2025-05-08T12:48:52.543" v="2091"/>
            <ac:spMkLst>
              <pc:docMk/>
              <pc:sldMasterMk cId="1514171128" sldId="2147483648"/>
              <pc:sldLayoutMk cId="143277325" sldId="2147483656"/>
              <ac:spMk id="2" creationId="{F0A126D0-A3ED-EE0D-1D52-6EC1E832FB93}"/>
            </ac:spMkLst>
          </pc:spChg>
          <pc:spChg chg="mod">
            <ac:chgData name="NIKET TALIKOTI" userId="4dd9bec4b35b9990" providerId="LiveId" clId="{468D25BC-66C4-4D68-82D0-B47D02688C7B}" dt="2025-05-08T12:48:52.543" v="2091"/>
            <ac:spMkLst>
              <pc:docMk/>
              <pc:sldMasterMk cId="1514171128" sldId="2147483648"/>
              <pc:sldLayoutMk cId="143277325" sldId="2147483656"/>
              <ac:spMk id="3" creationId="{EEB5D1B8-69F3-5CDE-07D0-48C5E7728F7A}"/>
            </ac:spMkLst>
          </pc:spChg>
          <pc:spChg chg="mod">
            <ac:chgData name="NIKET TALIKOTI" userId="4dd9bec4b35b9990" providerId="LiveId" clId="{468D25BC-66C4-4D68-82D0-B47D02688C7B}" dt="2025-05-08T12:48:52.543" v="2091"/>
            <ac:spMkLst>
              <pc:docMk/>
              <pc:sldMasterMk cId="1514171128" sldId="2147483648"/>
              <pc:sldLayoutMk cId="143277325" sldId="2147483656"/>
              <ac:spMk id="4" creationId="{AC0B21D3-19BE-E9F5-39D4-79F9E8FEC183}"/>
            </ac:spMkLst>
          </pc:spChg>
        </pc:sldLayoutChg>
        <pc:sldLayoutChg chg="modSp">
          <pc:chgData name="NIKET TALIKOTI" userId="4dd9bec4b35b9990" providerId="LiveId" clId="{468D25BC-66C4-4D68-82D0-B47D02688C7B}" dt="2025-05-08T12:48:52.543" v="2091"/>
          <pc:sldLayoutMkLst>
            <pc:docMk/>
            <pc:sldMasterMk cId="1514171128" sldId="2147483648"/>
            <pc:sldLayoutMk cId="676505057" sldId="2147483657"/>
          </pc:sldLayoutMkLst>
          <pc:spChg chg="mod">
            <ac:chgData name="NIKET TALIKOTI" userId="4dd9bec4b35b9990" providerId="LiveId" clId="{468D25BC-66C4-4D68-82D0-B47D02688C7B}" dt="2025-05-08T12:48:52.543" v="2091"/>
            <ac:spMkLst>
              <pc:docMk/>
              <pc:sldMasterMk cId="1514171128" sldId="2147483648"/>
              <pc:sldLayoutMk cId="676505057" sldId="2147483657"/>
              <ac:spMk id="2" creationId="{5AC06D89-16CF-B312-43DB-ABF4D488EC09}"/>
            </ac:spMkLst>
          </pc:spChg>
          <pc:spChg chg="mod">
            <ac:chgData name="NIKET TALIKOTI" userId="4dd9bec4b35b9990" providerId="LiveId" clId="{468D25BC-66C4-4D68-82D0-B47D02688C7B}" dt="2025-05-08T12:48:52.543" v="2091"/>
            <ac:spMkLst>
              <pc:docMk/>
              <pc:sldMasterMk cId="1514171128" sldId="2147483648"/>
              <pc:sldLayoutMk cId="676505057" sldId="2147483657"/>
              <ac:spMk id="3" creationId="{2A7DA6F4-96E4-5518-BFFD-1A2E92B7746B}"/>
            </ac:spMkLst>
          </pc:spChg>
          <pc:spChg chg="mod">
            <ac:chgData name="NIKET TALIKOTI" userId="4dd9bec4b35b9990" providerId="LiveId" clId="{468D25BC-66C4-4D68-82D0-B47D02688C7B}" dt="2025-05-08T12:48:52.543" v="2091"/>
            <ac:spMkLst>
              <pc:docMk/>
              <pc:sldMasterMk cId="1514171128" sldId="2147483648"/>
              <pc:sldLayoutMk cId="676505057" sldId="2147483657"/>
              <ac:spMk id="4" creationId="{BBCD92F3-B50B-C524-E89D-0F08D4303269}"/>
            </ac:spMkLst>
          </pc:spChg>
        </pc:sldLayoutChg>
        <pc:sldLayoutChg chg="modSp">
          <pc:chgData name="NIKET TALIKOTI" userId="4dd9bec4b35b9990" providerId="LiveId" clId="{468D25BC-66C4-4D68-82D0-B47D02688C7B}" dt="2025-05-08T12:48:52.543" v="2091"/>
          <pc:sldLayoutMkLst>
            <pc:docMk/>
            <pc:sldMasterMk cId="1514171128" sldId="2147483648"/>
            <pc:sldLayoutMk cId="2410289252" sldId="2147483659"/>
          </pc:sldLayoutMkLst>
          <pc:spChg chg="mod">
            <ac:chgData name="NIKET TALIKOTI" userId="4dd9bec4b35b9990" providerId="LiveId" clId="{468D25BC-66C4-4D68-82D0-B47D02688C7B}" dt="2025-05-08T12:48:52.543" v="2091"/>
            <ac:spMkLst>
              <pc:docMk/>
              <pc:sldMasterMk cId="1514171128" sldId="2147483648"/>
              <pc:sldLayoutMk cId="2410289252" sldId="2147483659"/>
              <ac:spMk id="2" creationId="{90BF9CF1-E109-D6AD-F657-81341BCFBB44}"/>
            </ac:spMkLst>
          </pc:spChg>
          <pc:spChg chg="mod">
            <ac:chgData name="NIKET TALIKOTI" userId="4dd9bec4b35b9990" providerId="LiveId" clId="{468D25BC-66C4-4D68-82D0-B47D02688C7B}" dt="2025-05-08T12:48:52.543" v="2091"/>
            <ac:spMkLst>
              <pc:docMk/>
              <pc:sldMasterMk cId="1514171128" sldId="2147483648"/>
              <pc:sldLayoutMk cId="2410289252" sldId="2147483659"/>
              <ac:spMk id="3" creationId="{927B2939-8590-D124-F164-0083A3732DCC}"/>
            </ac:spMkLst>
          </pc:spChg>
        </pc:sldLayoutChg>
      </pc:sldMasterChg>
      <pc:sldMasterChg chg="modSp modSldLayout">
        <pc:chgData name="NIKET TALIKOTI" userId="4dd9bec4b35b9990" providerId="LiveId" clId="{468D25BC-66C4-4D68-82D0-B47D02688C7B}" dt="2025-05-08T12:48:51.037" v="2089"/>
        <pc:sldMasterMkLst>
          <pc:docMk/>
          <pc:sldMasterMk cId="1709209723" sldId="2147483660"/>
        </pc:sldMasterMkLst>
        <pc:spChg chg="mod">
          <ac:chgData name="NIKET TALIKOTI" userId="4dd9bec4b35b9990" providerId="LiveId" clId="{468D25BC-66C4-4D68-82D0-B47D02688C7B}" dt="2025-05-08T12:48:51.037" v="2089"/>
          <ac:spMkLst>
            <pc:docMk/>
            <pc:sldMasterMk cId="1709209723" sldId="2147483660"/>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ac:spMk id="3" creationId="{00000000-0000-0000-0000-000000000000}"/>
          </ac:spMkLst>
        </pc:spChg>
        <pc:spChg chg="mod">
          <ac:chgData name="NIKET TALIKOTI" userId="4dd9bec4b35b9990" providerId="LiveId" clId="{468D25BC-66C4-4D68-82D0-B47D02688C7B}" dt="2025-05-08T12:48:51.037" v="2089"/>
          <ac:spMkLst>
            <pc:docMk/>
            <pc:sldMasterMk cId="1709209723" sldId="2147483660"/>
            <ac:spMk id="4" creationId="{00000000-0000-0000-0000-000000000000}"/>
          </ac:spMkLst>
        </pc:spChg>
        <pc:spChg chg="mod">
          <ac:chgData name="NIKET TALIKOTI" userId="4dd9bec4b35b9990" providerId="LiveId" clId="{468D25BC-66C4-4D68-82D0-B47D02688C7B}" dt="2025-05-08T12:48:51.037" v="2089"/>
          <ac:spMkLst>
            <pc:docMk/>
            <pc:sldMasterMk cId="1709209723" sldId="2147483660"/>
            <ac:spMk id="5" creationId="{00000000-0000-0000-0000-000000000000}"/>
          </ac:spMkLst>
        </pc:spChg>
        <pc:spChg chg="mod">
          <ac:chgData name="NIKET TALIKOTI" userId="4dd9bec4b35b9990" providerId="LiveId" clId="{468D25BC-66C4-4D68-82D0-B47D02688C7B}" dt="2025-05-08T12:48:51.037" v="2089"/>
          <ac:spMkLst>
            <pc:docMk/>
            <pc:sldMasterMk cId="1709209723" sldId="2147483660"/>
            <ac:spMk id="6" creationId="{00000000-0000-0000-0000-000000000000}"/>
          </ac:spMkLst>
        </pc:spChg>
        <pc:sldLayoutChg chg="modSp">
          <pc:chgData name="NIKET TALIKOTI" userId="4dd9bec4b35b9990" providerId="LiveId" clId="{468D25BC-66C4-4D68-82D0-B47D02688C7B}" dt="2025-05-08T12:48:51.037" v="2089"/>
          <pc:sldLayoutMkLst>
            <pc:docMk/>
            <pc:sldMasterMk cId="1709209723" sldId="2147483660"/>
            <pc:sldLayoutMk cId="3472440981" sldId="2147483661"/>
          </pc:sldLayoutMkLst>
          <pc:spChg chg="mod">
            <ac:chgData name="NIKET TALIKOTI" userId="4dd9bec4b35b9990" providerId="LiveId" clId="{468D25BC-66C4-4D68-82D0-B47D02688C7B}" dt="2025-05-08T12:48:51.037" v="2089"/>
            <ac:spMkLst>
              <pc:docMk/>
              <pc:sldMasterMk cId="1709209723" sldId="2147483660"/>
              <pc:sldLayoutMk cId="3472440981" sldId="2147483661"/>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3472440981" sldId="2147483661"/>
              <ac:spMk id="3"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79984298" sldId="2147483663"/>
          </pc:sldLayoutMkLst>
          <pc:spChg chg="mod">
            <ac:chgData name="NIKET TALIKOTI" userId="4dd9bec4b35b9990" providerId="LiveId" clId="{468D25BC-66C4-4D68-82D0-B47D02688C7B}" dt="2025-05-08T12:48:51.037" v="2089"/>
            <ac:spMkLst>
              <pc:docMk/>
              <pc:sldMasterMk cId="1709209723" sldId="2147483660"/>
              <pc:sldLayoutMk cId="79984298" sldId="2147483663"/>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79984298" sldId="2147483663"/>
              <ac:spMk id="3"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84511040" sldId="2147483664"/>
          </pc:sldLayoutMkLst>
          <pc:spChg chg="mod">
            <ac:chgData name="NIKET TALIKOTI" userId="4dd9bec4b35b9990" providerId="LiveId" clId="{468D25BC-66C4-4D68-82D0-B47D02688C7B}" dt="2025-05-08T12:48:51.037" v="2089"/>
            <ac:spMkLst>
              <pc:docMk/>
              <pc:sldMasterMk cId="1709209723" sldId="2147483660"/>
              <pc:sldLayoutMk cId="84511040" sldId="2147483664"/>
              <ac:spMk id="3"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84511040" sldId="2147483664"/>
              <ac:spMk id="4"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718700606" sldId="2147483665"/>
          </pc:sldLayoutMkLst>
          <pc:spChg chg="mod">
            <ac:chgData name="NIKET TALIKOTI" userId="4dd9bec4b35b9990" providerId="LiveId" clId="{468D25BC-66C4-4D68-82D0-B47D02688C7B}" dt="2025-05-08T12:48:51.037" v="2089"/>
            <ac:spMkLst>
              <pc:docMk/>
              <pc:sldMasterMk cId="1709209723" sldId="2147483660"/>
              <pc:sldLayoutMk cId="718700606" sldId="2147483665"/>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718700606" sldId="2147483665"/>
              <ac:spMk id="3"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718700606" sldId="2147483665"/>
              <ac:spMk id="4"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718700606" sldId="2147483665"/>
              <ac:spMk id="5"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718700606" sldId="2147483665"/>
              <ac:spMk id="6"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145551048" sldId="2147483668"/>
          </pc:sldLayoutMkLst>
          <pc:spChg chg="mod">
            <ac:chgData name="NIKET TALIKOTI" userId="4dd9bec4b35b9990" providerId="LiveId" clId="{468D25BC-66C4-4D68-82D0-B47D02688C7B}" dt="2025-05-08T12:48:51.037" v="2089"/>
            <ac:spMkLst>
              <pc:docMk/>
              <pc:sldMasterMk cId="1709209723" sldId="2147483660"/>
              <pc:sldLayoutMk cId="145551048" sldId="2147483668"/>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145551048" sldId="2147483668"/>
              <ac:spMk id="3"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145551048" sldId="2147483668"/>
              <ac:spMk id="4"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2682362479" sldId="2147483669"/>
          </pc:sldLayoutMkLst>
          <pc:spChg chg="mod">
            <ac:chgData name="NIKET TALIKOTI" userId="4dd9bec4b35b9990" providerId="LiveId" clId="{468D25BC-66C4-4D68-82D0-B47D02688C7B}" dt="2025-05-08T12:48:51.037" v="2089"/>
            <ac:spMkLst>
              <pc:docMk/>
              <pc:sldMasterMk cId="1709209723" sldId="2147483660"/>
              <pc:sldLayoutMk cId="2682362479" sldId="2147483669"/>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2682362479" sldId="2147483669"/>
              <ac:spMk id="3"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2682362479" sldId="2147483669"/>
              <ac:spMk id="4" creationId="{00000000-0000-0000-0000-000000000000}"/>
            </ac:spMkLst>
          </pc:spChg>
        </pc:sldLayoutChg>
        <pc:sldLayoutChg chg="modSp">
          <pc:chgData name="NIKET TALIKOTI" userId="4dd9bec4b35b9990" providerId="LiveId" clId="{468D25BC-66C4-4D68-82D0-B47D02688C7B}" dt="2025-05-08T12:48:51.037" v="2089"/>
          <pc:sldLayoutMkLst>
            <pc:docMk/>
            <pc:sldMasterMk cId="1709209723" sldId="2147483660"/>
            <pc:sldLayoutMk cId="2561638539" sldId="2147483671"/>
          </pc:sldLayoutMkLst>
          <pc:spChg chg="mod">
            <ac:chgData name="NIKET TALIKOTI" userId="4dd9bec4b35b9990" providerId="LiveId" clId="{468D25BC-66C4-4D68-82D0-B47D02688C7B}" dt="2025-05-08T12:48:51.037" v="2089"/>
            <ac:spMkLst>
              <pc:docMk/>
              <pc:sldMasterMk cId="1709209723" sldId="2147483660"/>
              <pc:sldLayoutMk cId="2561638539" sldId="2147483671"/>
              <ac:spMk id="2" creationId="{00000000-0000-0000-0000-000000000000}"/>
            </ac:spMkLst>
          </pc:spChg>
          <pc:spChg chg="mod">
            <ac:chgData name="NIKET TALIKOTI" userId="4dd9bec4b35b9990" providerId="LiveId" clId="{468D25BC-66C4-4D68-82D0-B47D02688C7B}" dt="2025-05-08T12:48:51.037" v="2089"/>
            <ac:spMkLst>
              <pc:docMk/>
              <pc:sldMasterMk cId="1709209723" sldId="2147483660"/>
              <pc:sldLayoutMk cId="2561638539" sldId="2147483671"/>
              <ac:spMk id="3"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5FB2-50B0-5D13-C104-B5194B1065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3B38EF-0525-F325-904C-5431187B1B4B}"/>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58A32A-B71C-5EFA-BCFD-93DF84FA2F83}"/>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363D946A-14F3-F4E1-A91A-6791B9D7A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DFF7C0-0DA3-93E7-EC95-14461D8F556F}"/>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09283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A91BD-722C-93CA-83EA-38BDCF8127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4D5A33-FCC7-6EA4-A26B-9E1CC81431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FCAFDD-BB79-0D16-F64C-FB85BB7EB0A1}"/>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CDBCDEC4-A9C9-D920-8F4E-318343B294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BB59F-0D51-3BF7-1DD7-848DD2E3B071}"/>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521017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CD24B-71C1-1C83-DA31-DC35C9B6E5B6}"/>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A1E8D7-531C-45A5-379F-C7E416457ACA}"/>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D78E8-A69A-10E2-9C86-4BD18B77C06A}"/>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B70F7631-3B3D-B178-A346-4B042C5AA8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D22530-85F1-28D7-E6BF-55169978554E}"/>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986848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83A36-F710-A709-E6C1-4382CBB1DE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821B97-C3E6-0BE7-9B89-69FACC9C9A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C08B02-1FC0-481F-7B7D-C04957670F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A29E23F-A0FE-4838-885A-AC7E528502EC}"/>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6" name="Footer Placeholder 5">
            <a:extLst>
              <a:ext uri="{FF2B5EF4-FFF2-40B4-BE49-F238E27FC236}">
                <a16:creationId xmlns:a16="http://schemas.microsoft.com/office/drawing/2014/main" id="{7A3DA62E-E3E1-3490-E2F2-0309624CF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C237CE-EDC6-0734-176D-D4882517F47C}"/>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409411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7D3A3-3988-0F34-F453-5F555F75C4B4}"/>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C11EAA-9F80-64D2-5244-583460FB2CE7}"/>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ED6B41-DEC0-3E1B-C0ED-7DD4141AB22C}"/>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6527C3-84A9-E3A5-C4CB-6C123CF7AD47}"/>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5202F3-6BAC-27B7-08EA-AA35B25C5FAA}"/>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1DFCA2-5873-35A8-6A2B-309BA5DE5DC4}"/>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8" name="Footer Placeholder 7">
            <a:extLst>
              <a:ext uri="{FF2B5EF4-FFF2-40B4-BE49-F238E27FC236}">
                <a16:creationId xmlns:a16="http://schemas.microsoft.com/office/drawing/2014/main" id="{6611B024-874E-5647-E2BE-01D3527549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6B9E31-DD09-8ECB-D6B4-853AC3BD3538}"/>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1078835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6340-B417-B3EA-7DA9-2BA10363D7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9ADF2D-45EB-946F-69A8-0B8D4192EE27}"/>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4" name="Footer Placeholder 3">
            <a:extLst>
              <a:ext uri="{FF2B5EF4-FFF2-40B4-BE49-F238E27FC236}">
                <a16:creationId xmlns:a16="http://schemas.microsoft.com/office/drawing/2014/main" id="{86872B80-3DA3-FCAE-5672-9F995D99C8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93914F-3A0B-4BCC-7C27-6D312E895DD9}"/>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35739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FB3588-6D80-A76E-601D-0C6E4BE1E3E0}"/>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3" name="Footer Placeholder 2">
            <a:extLst>
              <a:ext uri="{FF2B5EF4-FFF2-40B4-BE49-F238E27FC236}">
                <a16:creationId xmlns:a16="http://schemas.microsoft.com/office/drawing/2014/main" id="{2BE66E7A-4D9E-E1CE-AC04-C9D3B4189B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F108AC-3D70-BF74-A50D-A5E181BF431E}"/>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79102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126D0-A3ED-EE0D-1D52-6EC1E832F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B5D1B8-69F3-5CDE-07D0-48C5E7728F7A}"/>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0B21D3-19BE-E9F5-39D4-79F9E8FEC183}"/>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BF432-F04B-0025-39A5-4B43DFE2E32C}"/>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6" name="Footer Placeholder 5">
            <a:extLst>
              <a:ext uri="{FF2B5EF4-FFF2-40B4-BE49-F238E27FC236}">
                <a16:creationId xmlns:a16="http://schemas.microsoft.com/office/drawing/2014/main" id="{371DA090-0CFB-61EE-876A-1AFFBE5A30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47A807-7105-C4CA-C385-E28EAD84B84F}"/>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143277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6D89-16CF-B312-43DB-ABF4D488E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7DA6F4-96E4-5518-BFFD-1A2E92B7746B}"/>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a:p>
        </p:txBody>
      </p:sp>
      <p:sp>
        <p:nvSpPr>
          <p:cNvPr id="4" name="Text Placeholder 3">
            <a:extLst>
              <a:ext uri="{FF2B5EF4-FFF2-40B4-BE49-F238E27FC236}">
                <a16:creationId xmlns:a16="http://schemas.microsoft.com/office/drawing/2014/main" id="{BBCD92F3-B50B-C524-E89D-0F08D4303269}"/>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585300-4E75-69F5-8F50-2F8F13346F73}"/>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6" name="Footer Placeholder 5">
            <a:extLst>
              <a:ext uri="{FF2B5EF4-FFF2-40B4-BE49-F238E27FC236}">
                <a16:creationId xmlns:a16="http://schemas.microsoft.com/office/drawing/2014/main" id="{B2C096B8-0C77-792F-E212-D7D8949DFE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1C6C8D-8BDF-4EF5-5BEE-73D2202E3C64}"/>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676505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C6A4C-656D-94BA-A2A9-1C846EE899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FADF99-6569-0DC7-4CB1-5D42AD77AC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2B7706-6187-18C2-71EC-B70BC4572765}"/>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39AC80B6-CCBD-CE0C-923A-BFD241B889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337458-4D2C-6706-D3A7-BEDEECF7DDB2}"/>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656886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BF9CF1-E109-D6AD-F657-81341BCFBB44}"/>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7B2939-8590-D124-F164-0083A3732DCC}"/>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D1C32F-C003-A1AF-FA53-D8947EBDCE76}"/>
              </a:ext>
            </a:extLst>
          </p:cNvPr>
          <p:cNvSpPr>
            <a:spLocks noGrp="1"/>
          </p:cNvSpPr>
          <p:nvPr>
            <p:ph type="dt" sz="half" idx="10"/>
          </p:nvPr>
        </p:nvSpPr>
        <p:spPr/>
        <p:txBody>
          <a:body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0CDBA86E-3580-6431-A947-059E68CC0F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F25362-911F-5B45-49D5-AE1DDB9FBCBD}"/>
              </a:ext>
            </a:extLst>
          </p:cNvPr>
          <p:cNvSpPr>
            <a:spLocks noGrp="1"/>
          </p:cNvSpPr>
          <p:nvPr>
            <p:ph type="sldNum" sz="quarter" idx="12"/>
          </p:nvPr>
        </p:nvSpPr>
        <p:spPr/>
        <p:txBody>
          <a:bodyPr/>
          <a:lstStyle/>
          <a:p>
            <a:fld id="{C8C90C60-0668-404A-A02C-B7A20F62BFBA}" type="slidenum">
              <a:rPr lang="en-IN" smtClean="0"/>
              <a:t>‹#›</a:t>
            </a:fld>
            <a:endParaRPr lang="en-IN"/>
          </a:p>
        </p:txBody>
      </p:sp>
    </p:spTree>
    <p:extLst>
      <p:ext uri="{BB962C8B-B14F-4D97-AF65-F5344CB8AC3E}">
        <p14:creationId xmlns:p14="http://schemas.microsoft.com/office/powerpoint/2010/main" val="2410289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1DA184-592C-7394-CEEB-3690FEDAC10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D3A489-4C16-E72B-623F-398F15549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FA3BDE-FFB6-0686-9C2A-89C36D13FBF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D89F5B-493A-4860-B9F4-DE81F53A29B6}" type="datetimeFigureOut">
              <a:rPr lang="en-IN" smtClean="0"/>
              <a:t>08-05-2025</a:t>
            </a:fld>
            <a:endParaRPr lang="en-IN"/>
          </a:p>
        </p:txBody>
      </p:sp>
      <p:sp>
        <p:nvSpPr>
          <p:cNvPr id="5" name="Footer Placeholder 4">
            <a:extLst>
              <a:ext uri="{FF2B5EF4-FFF2-40B4-BE49-F238E27FC236}">
                <a16:creationId xmlns:a16="http://schemas.microsoft.com/office/drawing/2014/main" id="{BF40D0C6-5D37-A78F-3FB5-90566302BC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015228-3E6D-CF97-9EA7-25A9A07B723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C90C60-0668-404A-A02C-B7A20F62BFBA}" type="slidenum">
              <a:rPr lang="en-IN" smtClean="0"/>
              <a:t>‹#›</a:t>
            </a:fld>
            <a:endParaRPr lang="en-IN"/>
          </a:p>
        </p:txBody>
      </p:sp>
    </p:spTree>
    <p:extLst>
      <p:ext uri="{BB962C8B-B14F-4D97-AF65-F5344CB8AC3E}">
        <p14:creationId xmlns:p14="http://schemas.microsoft.com/office/powerpoint/2010/main" val="1514171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593D-BC6E-C415-2767-E5EE47389BAE}"/>
              </a:ext>
            </a:extLst>
          </p:cNvPr>
          <p:cNvSpPr>
            <a:spLocks noGrp="1"/>
          </p:cNvSpPr>
          <p:nvPr>
            <p:ph type="ctrTitle"/>
          </p:nvPr>
        </p:nvSpPr>
        <p:spPr>
          <a:xfrm>
            <a:off x="1897627" y="1120876"/>
            <a:ext cx="9144000" cy="1140389"/>
          </a:xfrm>
        </p:spPr>
        <p:txBody>
          <a:bodyPr>
            <a:normAutofit/>
          </a:bodyPr>
          <a:lstStyle/>
          <a:p>
            <a:r>
              <a:rPr lang="en-IN" sz="6600" b="1" dirty="0">
                <a:solidFill>
                  <a:srgbClr val="C00000"/>
                </a:solidFill>
                <a:latin typeface="Berlin Sans FB Demi" panose="020E0802020502020306" pitchFamily="34" charset="0"/>
              </a:rPr>
              <a:t>Netflix Analysis Project</a:t>
            </a:r>
          </a:p>
        </p:txBody>
      </p:sp>
      <p:sp>
        <p:nvSpPr>
          <p:cNvPr id="3" name="Subtitle 2">
            <a:extLst>
              <a:ext uri="{FF2B5EF4-FFF2-40B4-BE49-F238E27FC236}">
                <a16:creationId xmlns:a16="http://schemas.microsoft.com/office/drawing/2014/main" id="{7BA3619D-3E89-280F-C654-8EA3BFF21FC5}"/>
              </a:ext>
            </a:extLst>
          </p:cNvPr>
          <p:cNvSpPr>
            <a:spLocks noGrp="1"/>
          </p:cNvSpPr>
          <p:nvPr>
            <p:ph type="subTitle" idx="1"/>
          </p:nvPr>
        </p:nvSpPr>
        <p:spPr>
          <a:xfrm>
            <a:off x="8426246" y="5358585"/>
            <a:ext cx="3215149" cy="984199"/>
          </a:xfrm>
        </p:spPr>
        <p:txBody>
          <a:bodyPr>
            <a:noAutofit/>
          </a:bodyPr>
          <a:lstStyle/>
          <a:p>
            <a:pPr algn="l"/>
            <a:r>
              <a:rPr lang="en-IN" b="1" dirty="0">
                <a:latin typeface="system-ui"/>
              </a:rPr>
              <a:t>                   </a:t>
            </a:r>
            <a:r>
              <a:rPr lang="en-IN" b="1" dirty="0">
                <a:solidFill>
                  <a:srgbClr val="C00000"/>
                </a:solidFill>
                <a:latin typeface="system-ui"/>
              </a:rPr>
              <a:t>By:  </a:t>
            </a:r>
          </a:p>
          <a:p>
            <a:pPr algn="r"/>
            <a:r>
              <a:rPr lang="en-IN" b="1" dirty="0">
                <a:solidFill>
                  <a:srgbClr val="C00000"/>
                </a:solidFill>
                <a:latin typeface="system-ui"/>
              </a:rPr>
              <a:t>                 Niket Talikoti</a:t>
            </a:r>
          </a:p>
        </p:txBody>
      </p:sp>
      <p:pic>
        <p:nvPicPr>
          <p:cNvPr id="8" name="Picture 7">
            <a:extLst>
              <a:ext uri="{FF2B5EF4-FFF2-40B4-BE49-F238E27FC236}">
                <a16:creationId xmlns:a16="http://schemas.microsoft.com/office/drawing/2014/main" id="{C1A4AD3D-4DCC-EA07-BEE2-5A2A5830C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207" y="224917"/>
            <a:ext cx="1004119" cy="1004119"/>
          </a:xfrm>
          <a:prstGeom prst="ellipse">
            <a:avLst/>
          </a:prstGeom>
        </p:spPr>
      </p:pic>
      <p:pic>
        <p:nvPicPr>
          <p:cNvPr id="12" name="Picture 11">
            <a:extLst>
              <a:ext uri="{FF2B5EF4-FFF2-40B4-BE49-F238E27FC236}">
                <a16:creationId xmlns:a16="http://schemas.microsoft.com/office/drawing/2014/main" id="{F3A1A21A-702D-2386-CE0C-5B4E0C672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361" y="2261265"/>
            <a:ext cx="5157019" cy="4178864"/>
          </a:xfrm>
          <a:prstGeom prst="ellipse">
            <a:avLst/>
          </a:prstGeom>
          <a:ln>
            <a:noFill/>
          </a:ln>
        </p:spPr>
      </p:pic>
    </p:spTree>
    <p:extLst>
      <p:ext uri="{BB962C8B-B14F-4D97-AF65-F5344CB8AC3E}">
        <p14:creationId xmlns:p14="http://schemas.microsoft.com/office/powerpoint/2010/main" val="1874579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36BB7-2959-7669-3ED3-0F7B3930030B}"/>
              </a:ext>
            </a:extLst>
          </p:cNvPr>
          <p:cNvSpPr>
            <a:spLocks noGrp="1"/>
          </p:cNvSpPr>
          <p:nvPr>
            <p:ph type="title"/>
          </p:nvPr>
        </p:nvSpPr>
        <p:spPr/>
        <p:txBody>
          <a:bodyPr>
            <a:noAutofit/>
          </a:bodyPr>
          <a:lstStyle/>
          <a:p>
            <a:pPr algn="ctr"/>
            <a:r>
              <a:rPr lang="en-IN" sz="4800" b="1" dirty="0">
                <a:solidFill>
                  <a:schemeClr val="bg1"/>
                </a:solidFill>
                <a:latin typeface="system-ui"/>
              </a:rPr>
              <a:t>Project Summary</a:t>
            </a:r>
            <a:br>
              <a:rPr lang="en-IN" sz="4800" dirty="0">
                <a:solidFill>
                  <a:schemeClr val="bg1"/>
                </a:solidFill>
                <a:latin typeface="system-ui"/>
              </a:rPr>
            </a:br>
            <a:endParaRPr lang="en-IN" sz="4800" dirty="0">
              <a:solidFill>
                <a:schemeClr val="bg1"/>
              </a:solidFill>
            </a:endParaRPr>
          </a:p>
        </p:txBody>
      </p:sp>
      <p:sp>
        <p:nvSpPr>
          <p:cNvPr id="3" name="Content Placeholder 2">
            <a:extLst>
              <a:ext uri="{FF2B5EF4-FFF2-40B4-BE49-F238E27FC236}">
                <a16:creationId xmlns:a16="http://schemas.microsoft.com/office/drawing/2014/main" id="{5EC585C8-86E7-D036-1334-A8689DCC1D48}"/>
              </a:ext>
            </a:extLst>
          </p:cNvPr>
          <p:cNvSpPr>
            <a:spLocks noGrp="1"/>
          </p:cNvSpPr>
          <p:nvPr>
            <p:ph idx="1"/>
          </p:nvPr>
        </p:nvSpPr>
        <p:spPr>
          <a:xfrm>
            <a:off x="838200" y="2969342"/>
            <a:ext cx="10515600" cy="3207621"/>
          </a:xfrm>
        </p:spPr>
        <p:txBody>
          <a:bodyPr/>
          <a:lstStyle/>
          <a:p>
            <a:pPr algn="just">
              <a:buFont typeface="Wingdings" panose="05000000000000000000" pitchFamily="2" charset="2"/>
              <a:buChar char="v"/>
            </a:pPr>
            <a:r>
              <a:rPr lang="en-US" b="1" i="0" dirty="0">
                <a:solidFill>
                  <a:srgbClr val="FFFF00"/>
                </a:solidFill>
                <a:effectLst/>
                <a:latin typeface="system-ui"/>
              </a:rPr>
              <a:t> This project aims to analyze and cluster Netflix's vast content library using data science techniques, focusing on TV shows and movies available on the platform. The dataset includes rich metadata such as title, type, genre, release year, country, rating, and description. Through exploratory data analysis (EDA) and clustering, the goal is to uncover hidden patterns and trends that can help Netflix better understand its content distribution, genre popularity, and regional preferences.</a:t>
            </a:r>
          </a:p>
          <a:p>
            <a:pPr marL="0" indent="0">
              <a:buNone/>
            </a:pPr>
            <a:endParaRPr lang="en-IN" dirty="0"/>
          </a:p>
        </p:txBody>
      </p:sp>
    </p:spTree>
    <p:extLst>
      <p:ext uri="{BB962C8B-B14F-4D97-AF65-F5344CB8AC3E}">
        <p14:creationId xmlns:p14="http://schemas.microsoft.com/office/powerpoint/2010/main" val="69920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DF7A853A-5643-074B-E930-97FF50715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E3A54-F8D6-B269-AD8E-8F04284A90B7}"/>
              </a:ext>
            </a:extLst>
          </p:cNvPr>
          <p:cNvSpPr>
            <a:spLocks noGrp="1"/>
          </p:cNvSpPr>
          <p:nvPr>
            <p:ph type="title"/>
          </p:nvPr>
        </p:nvSpPr>
        <p:spPr/>
        <p:txBody>
          <a:bodyPr>
            <a:noAutofit/>
          </a:bodyPr>
          <a:lstStyle/>
          <a:p>
            <a:pPr algn="ctr"/>
            <a:r>
              <a:rPr lang="en-IN" sz="4800" b="1" dirty="0">
                <a:solidFill>
                  <a:schemeClr val="bg1"/>
                </a:solidFill>
                <a:latin typeface="system-ui"/>
              </a:rPr>
              <a:t>Problem Statement</a:t>
            </a:r>
            <a:br>
              <a:rPr lang="en-IN" sz="4800" dirty="0">
                <a:solidFill>
                  <a:schemeClr val="bg1"/>
                </a:solidFill>
                <a:latin typeface="system-ui"/>
              </a:rPr>
            </a:br>
            <a:endParaRPr lang="en-IN" sz="4800" dirty="0">
              <a:solidFill>
                <a:schemeClr val="bg1"/>
              </a:solidFill>
            </a:endParaRPr>
          </a:p>
        </p:txBody>
      </p:sp>
      <p:sp>
        <p:nvSpPr>
          <p:cNvPr id="3" name="Content Placeholder 2">
            <a:extLst>
              <a:ext uri="{FF2B5EF4-FFF2-40B4-BE49-F238E27FC236}">
                <a16:creationId xmlns:a16="http://schemas.microsoft.com/office/drawing/2014/main" id="{9E8A14D4-373D-946D-D312-EEC413AD272C}"/>
              </a:ext>
            </a:extLst>
          </p:cNvPr>
          <p:cNvSpPr>
            <a:spLocks noGrp="1"/>
          </p:cNvSpPr>
          <p:nvPr>
            <p:ph idx="1"/>
          </p:nvPr>
        </p:nvSpPr>
        <p:spPr>
          <a:xfrm>
            <a:off x="838200" y="2969342"/>
            <a:ext cx="10515600" cy="3207621"/>
          </a:xfrm>
        </p:spPr>
        <p:txBody>
          <a:bodyPr/>
          <a:lstStyle/>
          <a:p>
            <a:pPr algn="just">
              <a:buFont typeface="Wingdings" panose="05000000000000000000" pitchFamily="2" charset="2"/>
              <a:buChar char="v"/>
            </a:pPr>
            <a:r>
              <a:rPr lang="en-US" b="1" i="0" dirty="0">
                <a:solidFill>
                  <a:srgbClr val="FFFF00"/>
                </a:solidFill>
                <a:effectLst/>
                <a:latin typeface="system-ui"/>
              </a:rPr>
              <a:t> With thousands of titles available, Netflix faces the challenge of efficiently organizing and recommending content to a global audience. The diversity of genres, inconsistent metadata, and the growing volume of international content make it essential to identify meaningful groupings within the content library for improved curation and personalized recommendations.</a:t>
            </a:r>
            <a:endParaRPr lang="en-IN" dirty="0">
              <a:solidFill>
                <a:srgbClr val="FFFF00"/>
              </a:solidFill>
            </a:endParaRPr>
          </a:p>
        </p:txBody>
      </p:sp>
    </p:spTree>
    <p:extLst>
      <p:ext uri="{BB962C8B-B14F-4D97-AF65-F5344CB8AC3E}">
        <p14:creationId xmlns:p14="http://schemas.microsoft.com/office/powerpoint/2010/main" val="137820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F13A9275-F335-B105-8DDC-4BA634CCF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BA877-0700-7FDA-B6EA-1B5FCE2F0BDB}"/>
              </a:ext>
            </a:extLst>
          </p:cNvPr>
          <p:cNvSpPr>
            <a:spLocks noGrp="1"/>
          </p:cNvSpPr>
          <p:nvPr>
            <p:ph type="title"/>
          </p:nvPr>
        </p:nvSpPr>
        <p:spPr/>
        <p:txBody>
          <a:bodyPr>
            <a:noAutofit/>
          </a:bodyPr>
          <a:lstStyle/>
          <a:p>
            <a:pPr algn="ctr"/>
            <a:r>
              <a:rPr lang="en-IN" sz="4800" b="1" dirty="0">
                <a:solidFill>
                  <a:schemeClr val="bg1"/>
                </a:solidFill>
                <a:latin typeface="system-ui"/>
              </a:rPr>
              <a:t>Business Objective</a:t>
            </a:r>
            <a:br>
              <a:rPr lang="en-IN" sz="4800" dirty="0">
                <a:solidFill>
                  <a:schemeClr val="bg1"/>
                </a:solidFill>
                <a:latin typeface="system-ui"/>
              </a:rPr>
            </a:br>
            <a:endParaRPr lang="en-IN" sz="4800" dirty="0">
              <a:solidFill>
                <a:schemeClr val="bg1"/>
              </a:solidFill>
            </a:endParaRPr>
          </a:p>
        </p:txBody>
      </p:sp>
      <p:sp>
        <p:nvSpPr>
          <p:cNvPr id="3" name="Content Placeholder 2">
            <a:extLst>
              <a:ext uri="{FF2B5EF4-FFF2-40B4-BE49-F238E27FC236}">
                <a16:creationId xmlns:a16="http://schemas.microsoft.com/office/drawing/2014/main" id="{7F1F33F3-329B-2901-CC3E-0D75BE177360}"/>
              </a:ext>
            </a:extLst>
          </p:cNvPr>
          <p:cNvSpPr>
            <a:spLocks noGrp="1"/>
          </p:cNvSpPr>
          <p:nvPr>
            <p:ph idx="1"/>
          </p:nvPr>
        </p:nvSpPr>
        <p:spPr>
          <a:xfrm>
            <a:off x="1044679" y="2644881"/>
            <a:ext cx="10515600" cy="3106989"/>
          </a:xfrm>
        </p:spPr>
        <p:txBody>
          <a:bodyPr/>
          <a:lstStyle/>
          <a:p>
            <a:pPr algn="just">
              <a:buFont typeface="Wingdings" panose="05000000000000000000" pitchFamily="2" charset="2"/>
              <a:buChar char="v"/>
            </a:pPr>
            <a:r>
              <a:rPr lang="en-US" b="1" i="0" dirty="0">
                <a:solidFill>
                  <a:srgbClr val="FFFF00"/>
                </a:solidFill>
                <a:effectLst/>
                <a:latin typeface="system-ui"/>
              </a:rPr>
              <a:t> The objective is to use clustering (K-Means) and dimensionality reduction (PCA) to segment content based on genres and other features. These clusters can inform Netflix's content strategy, improve recommendation systems, and identify gaps or oversaturation in certain categories.</a:t>
            </a:r>
            <a:endParaRPr lang="en-IN" dirty="0">
              <a:solidFill>
                <a:srgbClr val="FFFF00"/>
              </a:solidFill>
            </a:endParaRPr>
          </a:p>
        </p:txBody>
      </p:sp>
    </p:spTree>
    <p:extLst>
      <p:ext uri="{BB962C8B-B14F-4D97-AF65-F5344CB8AC3E}">
        <p14:creationId xmlns:p14="http://schemas.microsoft.com/office/powerpoint/2010/main" val="4227846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34EB25EE-D412-A6B8-4F8C-19F0FB56D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99CF2-7A51-ADE5-3AB1-560AAC481352}"/>
              </a:ext>
            </a:extLst>
          </p:cNvPr>
          <p:cNvSpPr>
            <a:spLocks noGrp="1"/>
          </p:cNvSpPr>
          <p:nvPr>
            <p:ph type="title"/>
          </p:nvPr>
        </p:nvSpPr>
        <p:spPr/>
        <p:txBody>
          <a:bodyPr>
            <a:noAutofit/>
          </a:bodyPr>
          <a:lstStyle/>
          <a:p>
            <a:pPr algn="ctr"/>
            <a:r>
              <a:rPr lang="en-IN" sz="4800" b="1" dirty="0">
                <a:solidFill>
                  <a:schemeClr val="bg1"/>
                </a:solidFill>
                <a:latin typeface="system-ui"/>
              </a:rPr>
              <a:t>General Guidelines</a:t>
            </a:r>
            <a:br>
              <a:rPr lang="en-IN" sz="4800" dirty="0">
                <a:solidFill>
                  <a:schemeClr val="bg1"/>
                </a:solidFill>
                <a:latin typeface="system-ui"/>
              </a:rPr>
            </a:br>
            <a:endParaRPr lang="en-IN" sz="4800" dirty="0">
              <a:solidFill>
                <a:schemeClr val="bg1"/>
              </a:solidFill>
            </a:endParaRPr>
          </a:p>
        </p:txBody>
      </p:sp>
      <p:sp>
        <p:nvSpPr>
          <p:cNvPr id="3" name="Content Placeholder 2">
            <a:extLst>
              <a:ext uri="{FF2B5EF4-FFF2-40B4-BE49-F238E27FC236}">
                <a16:creationId xmlns:a16="http://schemas.microsoft.com/office/drawing/2014/main" id="{4EE19B80-E55B-22BC-0050-B959D0EBEBC3}"/>
              </a:ext>
            </a:extLst>
          </p:cNvPr>
          <p:cNvSpPr>
            <a:spLocks noGrp="1"/>
          </p:cNvSpPr>
          <p:nvPr>
            <p:ph idx="1"/>
          </p:nvPr>
        </p:nvSpPr>
        <p:spPr>
          <a:xfrm>
            <a:off x="838200" y="2969342"/>
            <a:ext cx="10515600" cy="3207621"/>
          </a:xfrm>
        </p:spPr>
        <p:txBody>
          <a:bodyPr>
            <a:normAutofit fontScale="92500" lnSpcReduction="10000"/>
          </a:bodyPr>
          <a:lstStyle/>
          <a:p>
            <a:pPr algn="just">
              <a:buFont typeface="Wingdings" panose="05000000000000000000" pitchFamily="2" charset="2"/>
              <a:buChar char="v"/>
            </a:pPr>
            <a:r>
              <a:rPr lang="en-US" b="1" i="0" dirty="0">
                <a:solidFill>
                  <a:srgbClr val="FFFF00"/>
                </a:solidFill>
                <a:effectLst/>
                <a:latin typeface="system-ui"/>
              </a:rPr>
              <a:t> Use Python, Pandas, and </a:t>
            </a:r>
            <a:r>
              <a:rPr lang="en-US" b="1" i="0" dirty="0" err="1">
                <a:solidFill>
                  <a:srgbClr val="FFFF00"/>
                </a:solidFill>
                <a:effectLst/>
                <a:latin typeface="system-ui"/>
              </a:rPr>
              <a:t>Plotly</a:t>
            </a:r>
            <a:r>
              <a:rPr lang="en-US" b="1" i="0" dirty="0">
                <a:solidFill>
                  <a:srgbClr val="FFFF00"/>
                </a:solidFill>
                <a:effectLst/>
                <a:latin typeface="system-ui"/>
              </a:rPr>
              <a:t> for data analysis and visualization.</a:t>
            </a:r>
          </a:p>
          <a:p>
            <a:pPr algn="just">
              <a:buFont typeface="Wingdings" panose="05000000000000000000" pitchFamily="2" charset="2"/>
              <a:buChar char="v"/>
            </a:pPr>
            <a:endParaRPr lang="en-US" b="1" i="0" dirty="0">
              <a:solidFill>
                <a:srgbClr val="FFFF00"/>
              </a:solidFill>
              <a:effectLst/>
              <a:latin typeface="system-ui"/>
            </a:endParaRPr>
          </a:p>
          <a:p>
            <a:pPr algn="just">
              <a:buFont typeface="Wingdings" panose="05000000000000000000" pitchFamily="2" charset="2"/>
              <a:buChar char="v"/>
            </a:pPr>
            <a:r>
              <a:rPr lang="en-US" b="1" i="0" dirty="0">
                <a:solidFill>
                  <a:srgbClr val="FFFF00"/>
                </a:solidFill>
                <a:effectLst/>
                <a:latin typeface="system-ui"/>
              </a:rPr>
              <a:t>Perform data cleaning and transformation.</a:t>
            </a:r>
          </a:p>
          <a:p>
            <a:pPr algn="just">
              <a:buFont typeface="Wingdings" panose="05000000000000000000" pitchFamily="2" charset="2"/>
              <a:buChar char="v"/>
            </a:pPr>
            <a:endParaRPr lang="en-US" b="1" i="0" dirty="0">
              <a:solidFill>
                <a:srgbClr val="FFFF00"/>
              </a:solidFill>
              <a:effectLst/>
              <a:latin typeface="system-ui"/>
            </a:endParaRPr>
          </a:p>
          <a:p>
            <a:pPr algn="just">
              <a:buFont typeface="Wingdings" panose="05000000000000000000" pitchFamily="2" charset="2"/>
              <a:buChar char="v"/>
            </a:pPr>
            <a:r>
              <a:rPr lang="en-US" b="1" i="0" dirty="0">
                <a:solidFill>
                  <a:srgbClr val="FFFF00"/>
                </a:solidFill>
                <a:effectLst/>
                <a:latin typeface="system-ui"/>
              </a:rPr>
              <a:t>Apply TF-IDF vectorization on genres.</a:t>
            </a:r>
          </a:p>
          <a:p>
            <a:pPr algn="just">
              <a:buFont typeface="Wingdings" panose="05000000000000000000" pitchFamily="2" charset="2"/>
              <a:buChar char="v"/>
            </a:pPr>
            <a:endParaRPr lang="en-US" b="1" i="0" dirty="0">
              <a:solidFill>
                <a:srgbClr val="FFFF00"/>
              </a:solidFill>
              <a:effectLst/>
              <a:latin typeface="system-ui"/>
            </a:endParaRPr>
          </a:p>
          <a:p>
            <a:pPr algn="just">
              <a:buFont typeface="Wingdings" panose="05000000000000000000" pitchFamily="2" charset="2"/>
              <a:buChar char="v"/>
            </a:pPr>
            <a:r>
              <a:rPr lang="en-US" b="1" i="0" dirty="0">
                <a:solidFill>
                  <a:srgbClr val="FFFF00"/>
                </a:solidFill>
                <a:effectLst/>
                <a:latin typeface="system-ui"/>
              </a:rPr>
              <a:t>Visualize clusters using PCA and </a:t>
            </a:r>
            <a:r>
              <a:rPr lang="en-US" b="1" i="0" dirty="0" err="1">
                <a:solidFill>
                  <a:srgbClr val="FFFF00"/>
                </a:solidFill>
                <a:effectLst/>
                <a:latin typeface="system-ui"/>
              </a:rPr>
              <a:t>Plotly</a:t>
            </a:r>
            <a:r>
              <a:rPr lang="en-US" b="1" i="0" dirty="0">
                <a:solidFill>
                  <a:srgbClr val="FFFF00"/>
                </a:solidFill>
                <a:effectLst/>
                <a:latin typeface="system-ui"/>
              </a:rPr>
              <a:t> for business insights.</a:t>
            </a:r>
            <a:endParaRPr lang="en-IN" dirty="0">
              <a:solidFill>
                <a:srgbClr val="FFFF00"/>
              </a:solidFill>
            </a:endParaRPr>
          </a:p>
        </p:txBody>
      </p:sp>
    </p:spTree>
    <p:extLst>
      <p:ext uri="{BB962C8B-B14F-4D97-AF65-F5344CB8AC3E}">
        <p14:creationId xmlns:p14="http://schemas.microsoft.com/office/powerpoint/2010/main" val="372582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t="-29000" b="-1000"/>
          </a:stretch>
        </a:blipFill>
        <a:effectLst/>
      </p:bgPr>
    </p:bg>
    <p:spTree>
      <p:nvGrpSpPr>
        <p:cNvPr id="1" name="">
          <a:extLst>
            <a:ext uri="{FF2B5EF4-FFF2-40B4-BE49-F238E27FC236}">
              <a16:creationId xmlns:a16="http://schemas.microsoft.com/office/drawing/2014/main" id="{7D0688E6-2567-11F8-4D7D-06161FB2F9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58F0984-F090-CC8C-705F-4DA49E168C79}"/>
              </a:ext>
            </a:extLst>
          </p:cNvPr>
          <p:cNvSpPr txBox="1"/>
          <p:nvPr/>
        </p:nvSpPr>
        <p:spPr>
          <a:xfrm>
            <a:off x="997978" y="1936285"/>
            <a:ext cx="10196052" cy="2985433"/>
          </a:xfrm>
          <a:prstGeom prst="rect">
            <a:avLst/>
          </a:prstGeom>
          <a:noFill/>
        </p:spPr>
        <p:txBody>
          <a:bodyPr wrap="square" rtlCol="0">
            <a:spAutoFit/>
          </a:bodyPr>
          <a:lstStyle/>
          <a:p>
            <a:r>
              <a:rPr lang="en-IN" sz="7200" b="1" dirty="0">
                <a:solidFill>
                  <a:srgbClr val="C00000"/>
                </a:solidFill>
                <a:latin typeface="system-ui"/>
              </a:rPr>
              <a:t>Exploratory Data Analysis (EDA)</a:t>
            </a:r>
          </a:p>
          <a:p>
            <a:endParaRPr lang="en-IN" sz="4400" b="1" dirty="0"/>
          </a:p>
        </p:txBody>
      </p:sp>
      <p:pic>
        <p:nvPicPr>
          <p:cNvPr id="10" name="Picture 9">
            <a:extLst>
              <a:ext uri="{FF2B5EF4-FFF2-40B4-BE49-F238E27FC236}">
                <a16:creationId xmlns:a16="http://schemas.microsoft.com/office/drawing/2014/main" id="{F236F3CB-2810-D954-E8E5-AA02166B9D95}"/>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3727282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12C12E33-F12A-AAFB-8E01-9EB221C74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E80A0-D20A-BF74-0BA1-960228EB773B}"/>
              </a:ext>
            </a:extLst>
          </p:cNvPr>
          <p:cNvSpPr>
            <a:spLocks noGrp="1"/>
          </p:cNvSpPr>
          <p:nvPr>
            <p:ph type="title"/>
          </p:nvPr>
        </p:nvSpPr>
        <p:spPr>
          <a:xfrm>
            <a:off x="838200" y="1"/>
            <a:ext cx="10515600" cy="1130709"/>
          </a:xfrm>
        </p:spPr>
        <p:txBody>
          <a:bodyPr>
            <a:normAutofit/>
          </a:bodyPr>
          <a:lstStyle/>
          <a:p>
            <a:pPr algn="ctr"/>
            <a:r>
              <a:rPr lang="en-IN" sz="4800" b="1" dirty="0">
                <a:solidFill>
                  <a:schemeClr val="bg1"/>
                </a:solidFill>
                <a:latin typeface="system-ui"/>
              </a:rPr>
              <a:t>Content Type Distribution</a:t>
            </a:r>
          </a:p>
        </p:txBody>
      </p:sp>
      <p:pic>
        <p:nvPicPr>
          <p:cNvPr id="8" name="Content Placeholder 7">
            <a:extLst>
              <a:ext uri="{FF2B5EF4-FFF2-40B4-BE49-F238E27FC236}">
                <a16:creationId xmlns:a16="http://schemas.microsoft.com/office/drawing/2014/main" id="{ED242E2E-A253-30E7-4E9D-222E386AB57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416710" y="1130709"/>
            <a:ext cx="5358580" cy="3244645"/>
          </a:xfrm>
        </p:spPr>
      </p:pic>
      <p:sp>
        <p:nvSpPr>
          <p:cNvPr id="4" name="Content Placeholder 3">
            <a:extLst>
              <a:ext uri="{FF2B5EF4-FFF2-40B4-BE49-F238E27FC236}">
                <a16:creationId xmlns:a16="http://schemas.microsoft.com/office/drawing/2014/main" id="{DA50054C-D9B4-732F-10E4-8B64AE14FC2C}"/>
              </a:ext>
            </a:extLst>
          </p:cNvPr>
          <p:cNvSpPr>
            <a:spLocks noGrp="1"/>
          </p:cNvSpPr>
          <p:nvPr>
            <p:ph sz="half" idx="2"/>
          </p:nvPr>
        </p:nvSpPr>
        <p:spPr>
          <a:xfrm>
            <a:off x="0" y="4611330"/>
            <a:ext cx="12192000" cy="2001334"/>
          </a:xfrm>
        </p:spPr>
        <p:txBody>
          <a:bodyPr>
            <a:normAutofit/>
          </a:bodyPr>
          <a:lstStyle/>
          <a:p>
            <a:pPr algn="just">
              <a:buFont typeface="Wingdings" panose="05000000000000000000" pitchFamily="2" charset="2"/>
              <a:buChar char="Ø"/>
            </a:pPr>
            <a:r>
              <a:rPr lang="en-US" b="1" dirty="0">
                <a:solidFill>
                  <a:schemeClr val="bg1"/>
                </a:solidFill>
              </a:rPr>
              <a:t> </a:t>
            </a:r>
            <a:r>
              <a:rPr lang="en-US" sz="2200" b="1" dirty="0">
                <a:solidFill>
                  <a:srgbClr val="FFFF00"/>
                </a:solidFill>
              </a:rPr>
              <a:t>Content Split:</a:t>
            </a:r>
            <a:r>
              <a:rPr lang="en-US" sz="2200" dirty="0">
                <a:solidFill>
                  <a:srgbClr val="FFFF00"/>
                </a:solidFill>
              </a:rPr>
              <a:t> Netflix content is heavily Movie-dominated (97.2%) vs. a tiny fraction of TV Shows (2.8%).</a:t>
            </a:r>
          </a:p>
          <a:p>
            <a:pPr algn="just">
              <a:buFont typeface="Wingdings" panose="05000000000000000000" pitchFamily="2" charset="2"/>
              <a:buChar char="Ø"/>
            </a:pPr>
            <a:r>
              <a:rPr lang="en-IN" sz="2200" dirty="0">
                <a:solidFill>
                  <a:srgbClr val="FFFF00"/>
                </a:solidFill>
              </a:rPr>
              <a:t> </a:t>
            </a:r>
            <a:r>
              <a:rPr lang="en-US" sz="2200" b="1" dirty="0">
                <a:solidFill>
                  <a:srgbClr val="FFFF00"/>
                </a:solidFill>
              </a:rPr>
              <a:t>Interpretation:</a:t>
            </a:r>
            <a:r>
              <a:rPr lang="en-US" sz="2200" dirty="0">
                <a:solidFill>
                  <a:srgbClr val="FFFF00"/>
                </a:solidFill>
              </a:rPr>
              <a:t> This suggests either a strong focus on movies or indicates skewed/incomplete data.</a:t>
            </a:r>
          </a:p>
          <a:p>
            <a:pPr algn="just">
              <a:buFont typeface="Wingdings" panose="05000000000000000000" pitchFamily="2" charset="2"/>
              <a:buChar char="Ø"/>
            </a:pPr>
            <a:r>
              <a:rPr lang="en-US" sz="2200" dirty="0">
                <a:solidFill>
                  <a:srgbClr val="FFFF00"/>
                </a:solidFill>
              </a:rPr>
              <a:t> </a:t>
            </a:r>
            <a:r>
              <a:rPr lang="en-US" sz="2200" b="1" dirty="0">
                <a:solidFill>
                  <a:srgbClr val="FFFF00"/>
                </a:solidFill>
              </a:rPr>
              <a:t>Implication:</a:t>
            </a:r>
            <a:r>
              <a:rPr lang="en-US" sz="2200" dirty="0">
                <a:solidFill>
                  <a:srgbClr val="FFFF00"/>
                </a:solidFill>
              </a:rPr>
              <a:t> If the focus is real, adding more TV shows could boost engagement. If the data is bad, fix it for accurate analysis.</a:t>
            </a:r>
            <a:endParaRPr lang="en-IN" sz="2200" dirty="0">
              <a:solidFill>
                <a:srgbClr val="FFFF00"/>
              </a:solidFill>
            </a:endParaRPr>
          </a:p>
        </p:txBody>
      </p:sp>
    </p:spTree>
    <p:extLst>
      <p:ext uri="{BB962C8B-B14F-4D97-AF65-F5344CB8AC3E}">
        <p14:creationId xmlns:p14="http://schemas.microsoft.com/office/powerpoint/2010/main" val="2988264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C4C4CA4C-DFA4-A0C4-F15D-721420A69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A578B-518C-3D3A-F110-6E28F2332F2F}"/>
              </a:ext>
            </a:extLst>
          </p:cNvPr>
          <p:cNvSpPr>
            <a:spLocks noGrp="1"/>
          </p:cNvSpPr>
          <p:nvPr>
            <p:ph type="title"/>
          </p:nvPr>
        </p:nvSpPr>
        <p:spPr>
          <a:xfrm>
            <a:off x="1721878" y="91102"/>
            <a:ext cx="8748252" cy="793802"/>
          </a:xfrm>
        </p:spPr>
        <p:txBody>
          <a:bodyPr>
            <a:normAutofit/>
          </a:bodyPr>
          <a:lstStyle/>
          <a:p>
            <a:pPr algn="ctr"/>
            <a:r>
              <a:rPr lang="en-IN" sz="4800" b="1" dirty="0">
                <a:solidFill>
                  <a:schemeClr val="bg1"/>
                </a:solidFill>
                <a:latin typeface="system-ui"/>
              </a:rPr>
              <a:t>Content Ratings by Type</a:t>
            </a:r>
          </a:p>
        </p:txBody>
      </p:sp>
      <p:pic>
        <p:nvPicPr>
          <p:cNvPr id="8" name="Content Placeholder 7">
            <a:extLst>
              <a:ext uri="{FF2B5EF4-FFF2-40B4-BE49-F238E27FC236}">
                <a16:creationId xmlns:a16="http://schemas.microsoft.com/office/drawing/2014/main" id="{E7AA3325-CD07-26B8-D8A7-9DAE6704410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2800422" y="757083"/>
            <a:ext cx="6323913" cy="3519949"/>
          </a:xfrm>
        </p:spPr>
      </p:pic>
      <p:sp>
        <p:nvSpPr>
          <p:cNvPr id="4" name="Content Placeholder 3">
            <a:extLst>
              <a:ext uri="{FF2B5EF4-FFF2-40B4-BE49-F238E27FC236}">
                <a16:creationId xmlns:a16="http://schemas.microsoft.com/office/drawing/2014/main" id="{14C67672-DD08-DC9F-2814-751DCF341B08}"/>
              </a:ext>
            </a:extLst>
          </p:cNvPr>
          <p:cNvSpPr>
            <a:spLocks noGrp="1"/>
          </p:cNvSpPr>
          <p:nvPr>
            <p:ph sz="half" idx="2"/>
          </p:nvPr>
        </p:nvSpPr>
        <p:spPr>
          <a:xfrm>
            <a:off x="0" y="4277032"/>
            <a:ext cx="12064181" cy="2580968"/>
          </a:xfrm>
        </p:spPr>
        <p:txBody>
          <a:bodyPr>
            <a:normAutofit fontScale="92500" lnSpcReduction="20000"/>
          </a:bodyPr>
          <a:lstStyle/>
          <a:p>
            <a:pPr algn="just">
              <a:buFont typeface="Wingdings" panose="05000000000000000000" pitchFamily="2" charset="2"/>
              <a:buChar char="Ø"/>
            </a:pPr>
            <a:r>
              <a:rPr lang="en-US" b="1" dirty="0">
                <a:solidFill>
                  <a:srgbClr val="FFFF00"/>
                </a:solidFill>
              </a:rPr>
              <a:t> </a:t>
            </a:r>
            <a:r>
              <a:rPr lang="en-US" sz="2200" dirty="0">
                <a:solidFill>
                  <a:srgbClr val="FFFF00"/>
                </a:solidFill>
              </a:rPr>
              <a:t>Chart Focus: Visualizes content ratings distribution across Movies and TV Shows</a:t>
            </a:r>
            <a:r>
              <a:rPr lang="en-US" sz="2200" b="1" dirty="0">
                <a:solidFill>
                  <a:srgbClr val="FFFF00"/>
                </a:solidFill>
              </a:rPr>
              <a:t>.</a:t>
            </a:r>
          </a:p>
          <a:p>
            <a:pPr algn="just">
              <a:buFont typeface="Wingdings" panose="05000000000000000000" pitchFamily="2" charset="2"/>
              <a:buChar char="Ø"/>
            </a:pPr>
            <a:r>
              <a:rPr lang="en-US" sz="2200" dirty="0">
                <a:solidFill>
                  <a:srgbClr val="FFFF00"/>
                </a:solidFill>
              </a:rPr>
              <a:t>Movie Ratings: Movies dominate content, with the most common ratings being TV-MA, TV-14, and R (mature/adult/teen focused).</a:t>
            </a:r>
            <a:r>
              <a:rPr lang="en-IN" sz="2200" dirty="0">
                <a:solidFill>
                  <a:srgbClr val="FFFF00"/>
                </a:solidFill>
              </a:rPr>
              <a:t> </a:t>
            </a:r>
          </a:p>
          <a:p>
            <a:pPr algn="just">
              <a:buFont typeface="Wingdings" panose="05000000000000000000" pitchFamily="2" charset="2"/>
              <a:buChar char="Ø"/>
            </a:pPr>
            <a:r>
              <a:rPr lang="en-IN" sz="2200" dirty="0">
                <a:solidFill>
                  <a:srgbClr val="FFFF00"/>
                </a:solidFill>
              </a:rPr>
              <a:t> </a:t>
            </a:r>
            <a:r>
              <a:rPr lang="en-US" sz="2200" dirty="0">
                <a:solidFill>
                  <a:srgbClr val="FFFF00"/>
                </a:solidFill>
              </a:rPr>
              <a:t>TV Show Ratings: TV Shows are a small portion, but are also primarily rated TV-MA and TV-14.</a:t>
            </a:r>
          </a:p>
          <a:p>
            <a:pPr algn="just">
              <a:buFont typeface="Wingdings" panose="05000000000000000000" pitchFamily="2" charset="2"/>
              <a:buChar char="Ø"/>
            </a:pPr>
            <a:r>
              <a:rPr lang="en-US" sz="2200" dirty="0">
                <a:solidFill>
                  <a:srgbClr val="FFFF00"/>
                </a:solidFill>
              </a:rPr>
              <a:t> Family Content: Ratings like TV-G, TV-Y, G are minimally represented.</a:t>
            </a:r>
          </a:p>
          <a:p>
            <a:pPr algn="just">
              <a:buFont typeface="Wingdings" panose="05000000000000000000" pitchFamily="2" charset="2"/>
              <a:buChar char="Ø"/>
            </a:pPr>
            <a:r>
              <a:rPr lang="en-US" sz="2200" dirty="0">
                <a:solidFill>
                  <a:srgbClr val="FFFF00"/>
                </a:solidFill>
              </a:rPr>
              <a:t> Audience Skew: Content primarily targets adult and teen audiences, less so younger viewers/families.</a:t>
            </a:r>
          </a:p>
          <a:p>
            <a:pPr algn="just">
              <a:buFont typeface="Wingdings" panose="05000000000000000000" pitchFamily="2" charset="2"/>
              <a:buChar char="Ø"/>
            </a:pPr>
            <a:r>
              <a:rPr lang="en-US" sz="2200" dirty="0">
                <a:solidFill>
                  <a:srgbClr val="FFFF00"/>
                </a:solidFill>
              </a:rPr>
              <a:t>Business Action: Suggests potentially expanding content in underrepresented (family-friendly) rating categories to broaden appeal.</a:t>
            </a:r>
            <a:endParaRPr lang="en-IN" sz="2200" dirty="0">
              <a:solidFill>
                <a:srgbClr val="FFFF00"/>
              </a:solidFill>
            </a:endParaRPr>
          </a:p>
        </p:txBody>
      </p:sp>
    </p:spTree>
    <p:extLst>
      <p:ext uri="{BB962C8B-B14F-4D97-AF65-F5344CB8AC3E}">
        <p14:creationId xmlns:p14="http://schemas.microsoft.com/office/powerpoint/2010/main" val="143612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3867BE5C-AA41-436F-850E-DF926E602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03366-9905-E7C3-35A9-18E3E4B31812}"/>
              </a:ext>
            </a:extLst>
          </p:cNvPr>
          <p:cNvSpPr>
            <a:spLocks noGrp="1"/>
          </p:cNvSpPr>
          <p:nvPr>
            <p:ph type="title"/>
          </p:nvPr>
        </p:nvSpPr>
        <p:spPr>
          <a:xfrm>
            <a:off x="838200" y="0"/>
            <a:ext cx="10515600" cy="1066800"/>
          </a:xfrm>
        </p:spPr>
        <p:txBody>
          <a:bodyPr>
            <a:normAutofit/>
          </a:bodyPr>
          <a:lstStyle/>
          <a:p>
            <a:pPr algn="ctr"/>
            <a:r>
              <a:rPr lang="en-US" sz="4800" b="1" dirty="0">
                <a:solidFill>
                  <a:schemeClr val="bg1"/>
                </a:solidFill>
                <a:latin typeface="system-ui"/>
              </a:rPr>
              <a:t>Content Released Over the Years</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1DEA893D-89B1-6126-EF59-B20AA8110D2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067665" y="1066800"/>
            <a:ext cx="5948515" cy="3755923"/>
          </a:xfrm>
        </p:spPr>
      </p:pic>
      <p:sp>
        <p:nvSpPr>
          <p:cNvPr id="4" name="Content Placeholder 3">
            <a:extLst>
              <a:ext uri="{FF2B5EF4-FFF2-40B4-BE49-F238E27FC236}">
                <a16:creationId xmlns:a16="http://schemas.microsoft.com/office/drawing/2014/main" id="{80A523B3-9B60-29FB-DE0D-3ACA495BD258}"/>
              </a:ext>
            </a:extLst>
          </p:cNvPr>
          <p:cNvSpPr>
            <a:spLocks noGrp="1"/>
          </p:cNvSpPr>
          <p:nvPr>
            <p:ph sz="half" idx="2"/>
          </p:nvPr>
        </p:nvSpPr>
        <p:spPr>
          <a:xfrm>
            <a:off x="49161" y="5043949"/>
            <a:ext cx="12142839" cy="1710814"/>
          </a:xfrm>
        </p:spPr>
        <p:txBody>
          <a:bodyPr>
            <a:normAutofit fontScale="92500" lnSpcReduction="20000"/>
          </a:bodyPr>
          <a:lstStyle/>
          <a:p>
            <a:pPr algn="just">
              <a:buFont typeface="Wingdings" panose="05000000000000000000" pitchFamily="2" charset="2"/>
              <a:buChar char="Ø"/>
            </a:pPr>
            <a:r>
              <a:rPr lang="en-US" sz="2600" dirty="0">
                <a:solidFill>
                  <a:srgbClr val="FFFF00"/>
                </a:solidFill>
              </a:rPr>
              <a:t> </a:t>
            </a:r>
            <a:r>
              <a:rPr lang="en-US" sz="2200" dirty="0">
                <a:solidFill>
                  <a:srgbClr val="FFFF00"/>
                </a:solidFill>
              </a:rPr>
              <a:t>The chart shows minimal Netflix titles before 2010, followed by a steep content boom peaking 2018-2019, then a sharp drop after 2020 (likely due to data issues for recent years).</a:t>
            </a:r>
          </a:p>
          <a:p>
            <a:pPr algn="just">
              <a:buFont typeface="Wingdings" panose="05000000000000000000" pitchFamily="2" charset="2"/>
              <a:buChar char="Ø"/>
            </a:pPr>
            <a:r>
              <a:rPr lang="en-IN" sz="2200" dirty="0">
                <a:solidFill>
                  <a:srgbClr val="FFFF00"/>
                </a:solidFill>
              </a:rPr>
              <a:t> </a:t>
            </a:r>
            <a:r>
              <a:rPr lang="en-US" sz="2200" dirty="0">
                <a:solidFill>
                  <a:srgbClr val="FFFF00"/>
                </a:solidFill>
              </a:rPr>
              <a:t>The content surge reflects Netflix's aggressive expansion strategy, while the recent decline may be linked to factors like COVID-19 or data lags.</a:t>
            </a:r>
          </a:p>
          <a:p>
            <a:pPr algn="just">
              <a:buFont typeface="Wingdings" panose="05000000000000000000" pitchFamily="2" charset="2"/>
              <a:buChar char="Ø"/>
            </a:pPr>
            <a:r>
              <a:rPr lang="en-US" sz="2200" dirty="0">
                <a:solidFill>
                  <a:srgbClr val="FFFF00"/>
                </a:solidFill>
              </a:rPr>
              <a:t>Evaluating if the post-2020 drop is real or data-related is crucial for future production planning based on these trends.</a:t>
            </a:r>
            <a:endParaRPr lang="en-IN" sz="2200" dirty="0">
              <a:solidFill>
                <a:srgbClr val="FFFF00"/>
              </a:solidFill>
            </a:endParaRPr>
          </a:p>
        </p:txBody>
      </p:sp>
    </p:spTree>
    <p:extLst>
      <p:ext uri="{BB962C8B-B14F-4D97-AF65-F5344CB8AC3E}">
        <p14:creationId xmlns:p14="http://schemas.microsoft.com/office/powerpoint/2010/main" val="211180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D730D982-42B5-4DAB-B308-71FCF6D99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D1EEF-D8A5-3C4E-D704-23218E31A1E0}"/>
              </a:ext>
            </a:extLst>
          </p:cNvPr>
          <p:cNvSpPr>
            <a:spLocks noGrp="1"/>
          </p:cNvSpPr>
          <p:nvPr>
            <p:ph type="title"/>
          </p:nvPr>
        </p:nvSpPr>
        <p:spPr>
          <a:xfrm>
            <a:off x="838200" y="1"/>
            <a:ext cx="10515600" cy="1022554"/>
          </a:xfrm>
        </p:spPr>
        <p:txBody>
          <a:bodyPr>
            <a:normAutofit/>
          </a:bodyPr>
          <a:lstStyle/>
          <a:p>
            <a:pPr algn="ctr"/>
            <a:r>
              <a:rPr lang="en-US" sz="4800" b="1" dirty="0">
                <a:solidFill>
                  <a:schemeClr val="bg1"/>
                </a:solidFill>
                <a:latin typeface="system-ui"/>
              </a:rPr>
              <a:t>Top 10 Countries Producing Content</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733D9B42-E06D-5ADA-41A7-C615DB99B8D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244645" y="1022555"/>
            <a:ext cx="5948515" cy="3491495"/>
          </a:xfrm>
        </p:spPr>
      </p:pic>
      <p:sp>
        <p:nvSpPr>
          <p:cNvPr id="4" name="Content Placeholder 3">
            <a:extLst>
              <a:ext uri="{FF2B5EF4-FFF2-40B4-BE49-F238E27FC236}">
                <a16:creationId xmlns:a16="http://schemas.microsoft.com/office/drawing/2014/main" id="{FB8661C9-57FE-002A-C58E-4AC67E82F625}"/>
              </a:ext>
            </a:extLst>
          </p:cNvPr>
          <p:cNvSpPr>
            <a:spLocks noGrp="1"/>
          </p:cNvSpPr>
          <p:nvPr>
            <p:ph sz="half" idx="2"/>
          </p:nvPr>
        </p:nvSpPr>
        <p:spPr>
          <a:xfrm>
            <a:off x="49161" y="4807974"/>
            <a:ext cx="12142839" cy="2050025"/>
          </a:xfrm>
        </p:spPr>
        <p:txBody>
          <a:bodyPr>
            <a:normAutofit fontScale="92500"/>
          </a:bodyPr>
          <a:lstStyle/>
          <a:p>
            <a:pPr algn="just">
              <a:buFont typeface="Wingdings" panose="05000000000000000000" pitchFamily="2" charset="2"/>
              <a:buChar char="Ø"/>
            </a:pPr>
            <a:r>
              <a:rPr lang="en-US" sz="2200" dirty="0">
                <a:solidFill>
                  <a:srgbClr val="FFFF00"/>
                </a:solidFill>
              </a:rPr>
              <a:t> The treemap shows the United States overwhelmingly dominates Netflix content production, followed by India as the distant second.</a:t>
            </a:r>
          </a:p>
          <a:p>
            <a:pPr algn="just">
              <a:buFont typeface="Wingdings" panose="05000000000000000000" pitchFamily="2" charset="2"/>
              <a:buChar char="Ø"/>
            </a:pPr>
            <a:r>
              <a:rPr lang="en-US" sz="2200" dirty="0">
                <a:solidFill>
                  <a:srgbClr val="FFFF00"/>
                </a:solidFill>
              </a:rPr>
              <a:t> The remaining top countries (including UK, Canada, Egypt, Japan, Turkey, Spain, Philippines, Indonesia) highlight Netflix's investment in diverse international markets, particularly outside traditional Western hubs.</a:t>
            </a:r>
          </a:p>
          <a:p>
            <a:pPr algn="just">
              <a:buFont typeface="Wingdings" panose="05000000000000000000" pitchFamily="2" charset="2"/>
              <a:buChar char="Ø"/>
            </a:pPr>
            <a:r>
              <a:rPr lang="en-US" sz="2200" dirty="0">
                <a:solidFill>
                  <a:srgbClr val="FFFF00"/>
                </a:solidFill>
              </a:rPr>
              <a:t> This distribution points to Netflix's strategy of leveraging US production while increasingly focusing on local content globally to drive international audience growth and guide localization efforts.</a:t>
            </a:r>
          </a:p>
        </p:txBody>
      </p:sp>
    </p:spTree>
    <p:extLst>
      <p:ext uri="{BB962C8B-B14F-4D97-AF65-F5344CB8AC3E}">
        <p14:creationId xmlns:p14="http://schemas.microsoft.com/office/powerpoint/2010/main" val="2634051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F5E22231-8E2D-A05B-9C93-511037028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03A28-F27E-1587-B4D6-1CD4C458C34D}"/>
              </a:ext>
            </a:extLst>
          </p:cNvPr>
          <p:cNvSpPr>
            <a:spLocks noGrp="1"/>
          </p:cNvSpPr>
          <p:nvPr>
            <p:ph type="title"/>
          </p:nvPr>
        </p:nvSpPr>
        <p:spPr>
          <a:xfrm>
            <a:off x="838200" y="0"/>
            <a:ext cx="10515600" cy="757084"/>
          </a:xfrm>
        </p:spPr>
        <p:txBody>
          <a:bodyPr>
            <a:normAutofit/>
          </a:bodyPr>
          <a:lstStyle/>
          <a:p>
            <a:pPr algn="ctr"/>
            <a:r>
              <a:rPr lang="en-IN" sz="4800" b="1" dirty="0">
                <a:solidFill>
                  <a:schemeClr val="bg1"/>
                </a:solidFill>
                <a:latin typeface="system-ui"/>
              </a:rPr>
              <a:t>Top 10 Genres on Netflix</a:t>
            </a:r>
          </a:p>
        </p:txBody>
      </p:sp>
      <p:pic>
        <p:nvPicPr>
          <p:cNvPr id="8" name="Content Placeholder 7">
            <a:extLst>
              <a:ext uri="{FF2B5EF4-FFF2-40B4-BE49-F238E27FC236}">
                <a16:creationId xmlns:a16="http://schemas.microsoft.com/office/drawing/2014/main" id="{48E17CB5-9341-4208-3363-BB001D0D74D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505200" y="681036"/>
            <a:ext cx="5181600" cy="3491495"/>
          </a:xfrm>
        </p:spPr>
      </p:pic>
      <p:sp>
        <p:nvSpPr>
          <p:cNvPr id="4" name="Content Placeholder 3">
            <a:extLst>
              <a:ext uri="{FF2B5EF4-FFF2-40B4-BE49-F238E27FC236}">
                <a16:creationId xmlns:a16="http://schemas.microsoft.com/office/drawing/2014/main" id="{5B82B427-BAE9-DB9C-9EE0-A2525B337EA4}"/>
              </a:ext>
            </a:extLst>
          </p:cNvPr>
          <p:cNvSpPr>
            <a:spLocks noGrp="1"/>
          </p:cNvSpPr>
          <p:nvPr>
            <p:ph sz="half" idx="2"/>
          </p:nvPr>
        </p:nvSpPr>
        <p:spPr>
          <a:xfrm>
            <a:off x="49161" y="4660490"/>
            <a:ext cx="12142839" cy="1958926"/>
          </a:xfrm>
        </p:spPr>
        <p:txBody>
          <a:bodyPr>
            <a:normAutofit fontScale="77500" lnSpcReduction="20000"/>
          </a:bodyPr>
          <a:lstStyle/>
          <a:p>
            <a:pPr algn="just">
              <a:buFont typeface="Wingdings" panose="05000000000000000000" pitchFamily="2" charset="2"/>
              <a:buChar char="Ø"/>
            </a:pPr>
            <a:r>
              <a:rPr lang="en-US" dirty="0">
                <a:solidFill>
                  <a:srgbClr val="FFFF00"/>
                </a:solidFill>
              </a:rPr>
              <a:t>The chart shows International Movies are the most prevalent genre, followed closely by Dramas and Comedies, indicating a mix of global focus and universal appeal among top genres.</a:t>
            </a:r>
          </a:p>
          <a:p>
            <a:pPr algn="just">
              <a:buFont typeface="Wingdings" panose="05000000000000000000" pitchFamily="2" charset="2"/>
              <a:buChar char="Ø"/>
            </a:pPr>
            <a:r>
              <a:rPr lang="en-US" dirty="0">
                <a:solidFill>
                  <a:srgbClr val="FFFF00"/>
                </a:solidFill>
              </a:rPr>
              <a:t>Other popular genres include Action, Independent, Romance, Thriller, Children &amp; Family, Documentaries, and Horror, highlighting a diverse catalog catering to varied audience tastes.</a:t>
            </a:r>
          </a:p>
          <a:p>
            <a:pPr algn="just">
              <a:buFont typeface="Wingdings" panose="05000000000000000000" pitchFamily="2" charset="2"/>
              <a:buChar char="Ø"/>
            </a:pPr>
            <a:r>
              <a:rPr lang="en-US" dirty="0">
                <a:solidFill>
                  <a:srgbClr val="FFFF00"/>
                </a:solidFill>
              </a:rPr>
              <a:t>The prominence of International Movies aligns with Netflix's global strategy, and the genre data helps inform content investment to serve diverse viewer segments and potentially expand in certain areas.</a:t>
            </a:r>
            <a:endParaRPr lang="en-IN" dirty="0">
              <a:solidFill>
                <a:srgbClr val="FFFF00"/>
              </a:solidFill>
            </a:endParaRPr>
          </a:p>
        </p:txBody>
      </p:sp>
    </p:spTree>
    <p:extLst>
      <p:ext uri="{BB962C8B-B14F-4D97-AF65-F5344CB8AC3E}">
        <p14:creationId xmlns:p14="http://schemas.microsoft.com/office/powerpoint/2010/main" val="289284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455612C8-4371-4A70-0672-F2467641F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C0A6E-074D-FFE6-A2F3-15B8BEEE0839}"/>
              </a:ext>
            </a:extLst>
          </p:cNvPr>
          <p:cNvSpPr>
            <a:spLocks noGrp="1"/>
          </p:cNvSpPr>
          <p:nvPr>
            <p:ph type="title"/>
          </p:nvPr>
        </p:nvSpPr>
        <p:spPr>
          <a:xfrm>
            <a:off x="838200" y="46913"/>
            <a:ext cx="10515600" cy="1011391"/>
          </a:xfrm>
        </p:spPr>
        <p:txBody>
          <a:bodyPr>
            <a:normAutofit/>
          </a:bodyPr>
          <a:lstStyle/>
          <a:p>
            <a:pPr algn="ctr"/>
            <a:r>
              <a:rPr lang="en-US" sz="4800" b="1" dirty="0">
                <a:solidFill>
                  <a:schemeClr val="bg1"/>
                </a:solidFill>
                <a:latin typeface="system-ui"/>
              </a:rPr>
              <a:t>Top 10 Actors and Directors on Netflix</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22345DA4-93E8-5741-6B58-29E78E4F331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387607" y="1058299"/>
            <a:ext cx="5157787" cy="3176792"/>
          </a:xfrm>
        </p:spPr>
      </p:pic>
      <p:sp>
        <p:nvSpPr>
          <p:cNvPr id="5" name="Text Placeholder 4">
            <a:extLst>
              <a:ext uri="{FF2B5EF4-FFF2-40B4-BE49-F238E27FC236}">
                <a16:creationId xmlns:a16="http://schemas.microsoft.com/office/drawing/2014/main" id="{F8727CAA-9E73-82F5-C79A-5BD68CAB7A9B}"/>
              </a:ext>
            </a:extLst>
          </p:cNvPr>
          <p:cNvSpPr>
            <a:spLocks noGrp="1"/>
          </p:cNvSpPr>
          <p:nvPr>
            <p:ph type="body" sz="quarter" idx="3"/>
          </p:nvPr>
        </p:nvSpPr>
        <p:spPr>
          <a:xfrm>
            <a:off x="78661" y="4084973"/>
            <a:ext cx="11867535" cy="2726114"/>
          </a:xfrm>
        </p:spPr>
        <p:txBody>
          <a:bodyPr>
            <a:noAutofit/>
          </a:bodyPr>
          <a:lstStyle/>
          <a:p>
            <a:pPr marL="342891" indent="-342891" algn="just">
              <a:buFont typeface="Wingdings" panose="05000000000000000000" pitchFamily="2" charset="2"/>
              <a:buChar char="Ø"/>
            </a:pPr>
            <a:r>
              <a:rPr lang="en-US" sz="1800" b="0" dirty="0">
                <a:solidFill>
                  <a:srgbClr val="FFFF00"/>
                </a:solidFill>
              </a:rPr>
              <a:t>Actor Trends: The list is dominated by veteran Indian actors like Anupam Kher (most appearances), Shah Rukh Khan, Om Puri, and Akshay Kumar, indicating a strong focus on Indian cinema, though there is a notable gender imbalance among top actors.</a:t>
            </a:r>
          </a:p>
          <a:p>
            <a:pPr marL="342891" indent="-342891" algn="just">
              <a:buFont typeface="Wingdings" panose="05000000000000000000" pitchFamily="2" charset="2"/>
              <a:buChar char="Ø"/>
            </a:pPr>
            <a:r>
              <a:rPr lang="en-US" sz="1800" b="0" dirty="0">
                <a:solidFill>
                  <a:srgbClr val="FFFF00"/>
                </a:solidFill>
              </a:rPr>
              <a:t>Director Trends: Leading directors like Jan Suter and Raúl Campos point to significant Latin American content, alongside a global mix including filmmakers from the USA, India, and the Philippines, reflecting diverse international storytelling and genre representation.</a:t>
            </a:r>
          </a:p>
          <a:p>
            <a:pPr marL="342891" indent="-342891" algn="just">
              <a:buFont typeface="Wingdings" panose="05000000000000000000" pitchFamily="2" charset="2"/>
              <a:buChar char="Ø"/>
            </a:pPr>
            <a:r>
              <a:rPr lang="en-US" sz="1800" b="0" dirty="0">
                <a:solidFill>
                  <a:srgbClr val="FFFF00"/>
                </a:solidFill>
              </a:rPr>
              <a:t>Key Takeaway: Netflix strategically balances a heavy emphasis on localized Indian content (shown through actors) with a broad range of global storytelling (seen through directors), broadening its appeal across different regions and audience tastes.</a:t>
            </a:r>
            <a:endParaRPr lang="en-IN" sz="1800" b="0" dirty="0">
              <a:solidFill>
                <a:srgbClr val="FFFF00"/>
              </a:solidFill>
            </a:endParaRPr>
          </a:p>
        </p:txBody>
      </p:sp>
      <p:pic>
        <p:nvPicPr>
          <p:cNvPr id="7" name="Content Placeholder 6">
            <a:extLst>
              <a:ext uri="{FF2B5EF4-FFF2-40B4-BE49-F238E27FC236}">
                <a16:creationId xmlns:a16="http://schemas.microsoft.com/office/drawing/2014/main" id="{F7CDC6ED-60A5-DB85-3D4A-51A49B22F496}"/>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427842" y="1058299"/>
            <a:ext cx="5183188" cy="3176792"/>
          </a:xfrm>
        </p:spPr>
      </p:pic>
    </p:spTree>
    <p:extLst>
      <p:ext uri="{BB962C8B-B14F-4D97-AF65-F5344CB8AC3E}">
        <p14:creationId xmlns:p14="http://schemas.microsoft.com/office/powerpoint/2010/main" val="2387815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C2A2A861-EBF2-4ABD-67E3-665FC5CF9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3E1C1-0A7E-0EED-E5AE-368F3C46AD86}"/>
              </a:ext>
            </a:extLst>
          </p:cNvPr>
          <p:cNvSpPr>
            <a:spLocks noGrp="1"/>
          </p:cNvSpPr>
          <p:nvPr>
            <p:ph type="title"/>
          </p:nvPr>
        </p:nvSpPr>
        <p:spPr>
          <a:xfrm>
            <a:off x="838200" y="1"/>
            <a:ext cx="10515600" cy="825909"/>
          </a:xfrm>
        </p:spPr>
        <p:txBody>
          <a:bodyPr>
            <a:normAutofit/>
          </a:bodyPr>
          <a:lstStyle/>
          <a:p>
            <a:pPr algn="ctr"/>
            <a:r>
              <a:rPr lang="en-US" sz="4800" b="1" dirty="0">
                <a:solidFill>
                  <a:schemeClr val="bg1"/>
                </a:solidFill>
                <a:latin typeface="system-ui"/>
              </a:rPr>
              <a:t>Top 10 Countries by Content Type</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792DBF6B-A5EF-E499-A21D-784DAB8A7E0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505200" y="906504"/>
            <a:ext cx="5181600" cy="3491495"/>
          </a:xfrm>
        </p:spPr>
      </p:pic>
      <p:sp>
        <p:nvSpPr>
          <p:cNvPr id="4" name="Content Placeholder 3">
            <a:extLst>
              <a:ext uri="{FF2B5EF4-FFF2-40B4-BE49-F238E27FC236}">
                <a16:creationId xmlns:a16="http://schemas.microsoft.com/office/drawing/2014/main" id="{41FE8821-9966-CCFA-5654-433FF489A551}"/>
              </a:ext>
            </a:extLst>
          </p:cNvPr>
          <p:cNvSpPr>
            <a:spLocks noGrp="1"/>
          </p:cNvSpPr>
          <p:nvPr>
            <p:ph sz="half" idx="2"/>
          </p:nvPr>
        </p:nvSpPr>
        <p:spPr>
          <a:xfrm>
            <a:off x="49161" y="4739149"/>
            <a:ext cx="12142839" cy="2118852"/>
          </a:xfrm>
        </p:spPr>
        <p:txBody>
          <a:bodyPr>
            <a:normAutofit fontScale="92500" lnSpcReduction="20000"/>
          </a:bodyPr>
          <a:lstStyle/>
          <a:p>
            <a:pPr algn="just">
              <a:buFont typeface="Wingdings" panose="05000000000000000000" pitchFamily="2" charset="2"/>
              <a:buChar char="Ø"/>
            </a:pPr>
            <a:r>
              <a:rPr lang="en-US" b="1" dirty="0">
                <a:solidFill>
                  <a:schemeClr val="bg1"/>
                </a:solidFill>
              </a:rPr>
              <a:t> </a:t>
            </a:r>
            <a:r>
              <a:rPr lang="en-US" sz="2100" b="1" dirty="0">
                <a:solidFill>
                  <a:srgbClr val="FFFF00"/>
                </a:solidFill>
              </a:rPr>
              <a:t>Content Hubs &amp; Formats: </a:t>
            </a:r>
            <a:r>
              <a:rPr lang="en-US" sz="2100" dirty="0">
                <a:solidFill>
                  <a:srgbClr val="FFFF00"/>
                </a:solidFill>
              </a:rPr>
              <a:t>Netflix is heavily dominated by movies, with the United States as the largest content producer, followed by India. Veteran Indian actors are prominent, reflecting a strong focus on Indian cinema (mostly films), and highlighting a movie-centric catalog overall.</a:t>
            </a:r>
          </a:p>
          <a:p>
            <a:pPr algn="just">
              <a:buFont typeface="Wingdings" panose="05000000000000000000" pitchFamily="2" charset="2"/>
              <a:buChar char="Ø"/>
            </a:pPr>
            <a:r>
              <a:rPr lang="en-US" sz="2000" dirty="0">
                <a:solidFill>
                  <a:srgbClr val="FFFF00"/>
                </a:solidFill>
              </a:rPr>
              <a:t> </a:t>
            </a:r>
            <a:r>
              <a:rPr lang="en-US" sz="2000" b="1" dirty="0">
                <a:solidFill>
                  <a:srgbClr val="FFFF00"/>
                </a:solidFill>
              </a:rPr>
              <a:t>Global Storytelling: </a:t>
            </a:r>
            <a:r>
              <a:rPr lang="en-US" sz="2000" dirty="0">
                <a:solidFill>
                  <a:srgbClr val="FFFF00"/>
                </a:solidFill>
              </a:rPr>
              <a:t>The top directors include figures from Latin America and a diverse international mix, indicating a strategy to produce varied content across different regions and genres.</a:t>
            </a:r>
          </a:p>
          <a:p>
            <a:pPr algn="just">
              <a:buFont typeface="Wingdings" panose="05000000000000000000" pitchFamily="2" charset="2"/>
              <a:buChar char="Ø"/>
            </a:pPr>
            <a:r>
              <a:rPr lang="en-US" sz="2000" dirty="0">
                <a:solidFill>
                  <a:srgbClr val="FFFF00"/>
                </a:solidFill>
              </a:rPr>
              <a:t> </a:t>
            </a:r>
            <a:r>
              <a:rPr lang="en-US" sz="2000" b="1" dirty="0">
                <a:solidFill>
                  <a:srgbClr val="FFFF00"/>
                </a:solidFill>
              </a:rPr>
              <a:t>Strategic Balance &amp; Opportunity: </a:t>
            </a:r>
            <a:r>
              <a:rPr lang="en-US" sz="2000" dirty="0">
                <a:solidFill>
                  <a:srgbClr val="FFFF00"/>
                </a:solidFill>
              </a:rPr>
              <a:t>Netflix balances its core US/Indian movie focus with global localization efforts; there's potential to expand TV show production, particularly from non-Western markets like India, to further diversify offerings.</a:t>
            </a:r>
            <a:endParaRPr lang="en-IN" sz="2000" dirty="0">
              <a:solidFill>
                <a:srgbClr val="FFFF00"/>
              </a:solidFill>
            </a:endParaRPr>
          </a:p>
        </p:txBody>
      </p:sp>
    </p:spTree>
    <p:extLst>
      <p:ext uri="{BB962C8B-B14F-4D97-AF65-F5344CB8AC3E}">
        <p14:creationId xmlns:p14="http://schemas.microsoft.com/office/powerpoint/2010/main" val="772763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139CA7ED-2450-CEA8-4934-6227BADD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B6D17-3CC4-2A9B-4265-2E7DE9C9BDA9}"/>
              </a:ext>
            </a:extLst>
          </p:cNvPr>
          <p:cNvSpPr>
            <a:spLocks noGrp="1"/>
          </p:cNvSpPr>
          <p:nvPr>
            <p:ph type="title"/>
          </p:nvPr>
        </p:nvSpPr>
        <p:spPr>
          <a:xfrm>
            <a:off x="946358" y="18256"/>
            <a:ext cx="10065775" cy="984635"/>
          </a:xfrm>
        </p:spPr>
        <p:txBody>
          <a:bodyPr>
            <a:normAutofit/>
          </a:bodyPr>
          <a:lstStyle/>
          <a:p>
            <a:pPr algn="ctr"/>
            <a:r>
              <a:rPr lang="en-US" sz="4800" b="1" dirty="0">
                <a:solidFill>
                  <a:schemeClr val="bg1"/>
                </a:solidFill>
                <a:latin typeface="system-ui"/>
              </a:rPr>
              <a:t>Netflix Content Over Time by Type</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1BFC81A1-4664-5A89-E50D-AA15975E5CF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855410" y="875074"/>
            <a:ext cx="10390239" cy="2959511"/>
          </a:xfrm>
        </p:spPr>
      </p:pic>
      <p:sp>
        <p:nvSpPr>
          <p:cNvPr id="4" name="Content Placeholder 3">
            <a:extLst>
              <a:ext uri="{FF2B5EF4-FFF2-40B4-BE49-F238E27FC236}">
                <a16:creationId xmlns:a16="http://schemas.microsoft.com/office/drawing/2014/main" id="{B584ECE0-1244-B1BC-72D9-8169D334031E}"/>
              </a:ext>
            </a:extLst>
          </p:cNvPr>
          <p:cNvSpPr>
            <a:spLocks noGrp="1"/>
          </p:cNvSpPr>
          <p:nvPr>
            <p:ph sz="half" idx="2"/>
          </p:nvPr>
        </p:nvSpPr>
        <p:spPr>
          <a:xfrm>
            <a:off x="49165" y="3880238"/>
            <a:ext cx="12142839" cy="2959511"/>
          </a:xfrm>
        </p:spPr>
        <p:txBody>
          <a:bodyPr>
            <a:normAutofit lnSpcReduction="10000"/>
          </a:bodyPr>
          <a:lstStyle/>
          <a:p>
            <a:pPr algn="just">
              <a:buFont typeface="Wingdings" panose="05000000000000000000" pitchFamily="2" charset="2"/>
              <a:buChar char="Ø"/>
            </a:pPr>
            <a:r>
              <a:rPr lang="en-US" sz="2000" dirty="0">
                <a:solidFill>
                  <a:srgbClr val="FFFF00"/>
                </a:solidFill>
              </a:rPr>
              <a:t>Netflix's catalog is heavily focused on movies, dominated by content from the United States and India. The top actors featured are predominantly veteran Indian males, reflecting a strong emphasis on Bollywood and Indian cinema. </a:t>
            </a:r>
          </a:p>
          <a:p>
            <a:pPr algn="just">
              <a:buFont typeface="Wingdings" panose="05000000000000000000" pitchFamily="2" charset="2"/>
              <a:buChar char="Ø"/>
            </a:pPr>
            <a:r>
              <a:rPr lang="en-US" sz="2000" dirty="0">
                <a:solidFill>
                  <a:srgbClr val="FFFF00"/>
                </a:solidFill>
              </a:rPr>
              <a:t> The list of top directors is more diverse, including notable figures from Latin America and a global mix of prestigious names, indicating a strategic blend of regional appeal and international storytelling across genres.</a:t>
            </a:r>
          </a:p>
          <a:p>
            <a:pPr algn="just">
              <a:buFont typeface="Wingdings" panose="05000000000000000000" pitchFamily="2" charset="2"/>
              <a:buChar char="Ø"/>
            </a:pPr>
            <a:r>
              <a:rPr lang="en-US" sz="2000" dirty="0">
                <a:solidFill>
                  <a:srgbClr val="FFFF00"/>
                </a:solidFill>
              </a:rPr>
              <a:t> Content volume saw a significant boom from 2016-2019 (aligning with global expansion), followed by a decline post-2020 (likely due to pandemic disruptions).</a:t>
            </a:r>
          </a:p>
          <a:p>
            <a:pPr algn="just">
              <a:buFont typeface="Wingdings" panose="05000000000000000000" pitchFamily="2" charset="2"/>
              <a:buChar char="Ø"/>
            </a:pPr>
            <a:r>
              <a:rPr lang="en-US" sz="2000" dirty="0">
                <a:solidFill>
                  <a:srgbClr val="FFFF00"/>
                </a:solidFill>
              </a:rPr>
              <a:t> Overall, the analysis highlights a movie-centric, US- and India-heavy catalog with potential opportunities for increasing gender diversity among featured talent and investing more in original TV shows, particularly from non-U.S. markets.</a:t>
            </a:r>
            <a:endParaRPr lang="en-IN" sz="2000" dirty="0">
              <a:solidFill>
                <a:srgbClr val="FFFF00"/>
              </a:solidFill>
            </a:endParaRPr>
          </a:p>
        </p:txBody>
      </p:sp>
    </p:spTree>
    <p:extLst>
      <p:ext uri="{BB962C8B-B14F-4D97-AF65-F5344CB8AC3E}">
        <p14:creationId xmlns:p14="http://schemas.microsoft.com/office/powerpoint/2010/main" val="945930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F217E18B-E1F0-CFFF-CDDC-1CA0E9D2E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72FF3-B694-7C63-C94A-A7E2EE765E11}"/>
              </a:ext>
            </a:extLst>
          </p:cNvPr>
          <p:cNvSpPr>
            <a:spLocks noGrp="1"/>
          </p:cNvSpPr>
          <p:nvPr>
            <p:ph type="title"/>
          </p:nvPr>
        </p:nvSpPr>
        <p:spPr>
          <a:xfrm>
            <a:off x="838200" y="18260"/>
            <a:ext cx="10515600" cy="905977"/>
          </a:xfrm>
        </p:spPr>
        <p:txBody>
          <a:bodyPr>
            <a:normAutofit/>
          </a:bodyPr>
          <a:lstStyle/>
          <a:p>
            <a:pPr algn="ctr"/>
            <a:r>
              <a:rPr lang="en-IN" sz="4800" b="1" dirty="0">
                <a:solidFill>
                  <a:schemeClr val="bg1"/>
                </a:solidFill>
                <a:latin typeface="system-ui"/>
              </a:rPr>
              <a:t>Movie Duration by Country</a:t>
            </a:r>
          </a:p>
        </p:txBody>
      </p:sp>
      <p:pic>
        <p:nvPicPr>
          <p:cNvPr id="8" name="Content Placeholder 7">
            <a:extLst>
              <a:ext uri="{FF2B5EF4-FFF2-40B4-BE49-F238E27FC236}">
                <a16:creationId xmlns:a16="http://schemas.microsoft.com/office/drawing/2014/main" id="{9E5B108B-25E1-1450-5EED-851794D15AC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132802" y="681038"/>
            <a:ext cx="5926395" cy="3428847"/>
          </a:xfrm>
        </p:spPr>
      </p:pic>
      <p:sp>
        <p:nvSpPr>
          <p:cNvPr id="4" name="Content Placeholder 3">
            <a:extLst>
              <a:ext uri="{FF2B5EF4-FFF2-40B4-BE49-F238E27FC236}">
                <a16:creationId xmlns:a16="http://schemas.microsoft.com/office/drawing/2014/main" id="{288B2D1B-CA54-93AC-D74C-2EB8842677A8}"/>
              </a:ext>
            </a:extLst>
          </p:cNvPr>
          <p:cNvSpPr>
            <a:spLocks noGrp="1"/>
          </p:cNvSpPr>
          <p:nvPr>
            <p:ph sz="half" idx="2"/>
          </p:nvPr>
        </p:nvSpPr>
        <p:spPr>
          <a:xfrm>
            <a:off x="49165" y="4109885"/>
            <a:ext cx="11887199" cy="2612768"/>
          </a:xfrm>
        </p:spPr>
        <p:txBody>
          <a:bodyPr>
            <a:normAutofit/>
          </a:bodyPr>
          <a:lstStyle/>
          <a:p>
            <a:pPr algn="just">
              <a:buFont typeface="Wingdings" panose="05000000000000000000" pitchFamily="2" charset="2"/>
              <a:buChar char="Ø"/>
            </a:pPr>
            <a:r>
              <a:rPr lang="en-US" sz="2000" b="1" dirty="0">
                <a:solidFill>
                  <a:srgbClr val="FFFF00"/>
                </a:solidFill>
              </a:rPr>
              <a:t> </a:t>
            </a:r>
            <a:r>
              <a:rPr lang="en-US" sz="2000" dirty="0">
                <a:solidFill>
                  <a:srgbClr val="FFFF00"/>
                </a:solidFill>
              </a:rPr>
              <a:t>Netflix's catalog is heavily movie-centric, led overwhelmingly by the United States, followed by India. This is reflected in top actors being predominantly veteran Indian males, and India showing uniquely longer movie durations.</a:t>
            </a:r>
          </a:p>
          <a:p>
            <a:pPr algn="just">
              <a:buFont typeface="Wingdings" panose="05000000000000000000" pitchFamily="2" charset="2"/>
              <a:buChar char="Ø"/>
            </a:pPr>
            <a:r>
              <a:rPr lang="en-US" sz="2000" dirty="0">
                <a:solidFill>
                  <a:srgbClr val="FFFF00"/>
                </a:solidFill>
              </a:rPr>
              <a:t>  The platform features a diverse set of top directors, including those prominent in Latin American content and globally recognized names, indicating a strategy focused on broad international storytelling and genre diversity.</a:t>
            </a:r>
          </a:p>
          <a:p>
            <a:pPr algn="just">
              <a:buFont typeface="Wingdings" panose="05000000000000000000" pitchFamily="2" charset="2"/>
              <a:buChar char="Ø"/>
            </a:pPr>
            <a:r>
              <a:rPr lang="en-US" sz="2000" dirty="0">
                <a:solidFill>
                  <a:srgbClr val="FFFF00"/>
                </a:solidFill>
              </a:rPr>
              <a:t>Content saw a significant boom during 2016-2019 linked to expansion, followed by a decline post-2020 (likely pandemic-related). Key opportunities include improving gender balance and investing more in original TV series, especially from non-U.S. markets.</a:t>
            </a:r>
            <a:endParaRPr lang="en-IN" sz="2000" dirty="0">
              <a:solidFill>
                <a:srgbClr val="FFFF00"/>
              </a:solidFill>
            </a:endParaRPr>
          </a:p>
        </p:txBody>
      </p:sp>
    </p:spTree>
    <p:extLst>
      <p:ext uri="{BB962C8B-B14F-4D97-AF65-F5344CB8AC3E}">
        <p14:creationId xmlns:p14="http://schemas.microsoft.com/office/powerpoint/2010/main" val="73208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5CBDDED9-9D14-07BD-9906-2662A1F43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4A428-0ED0-FE5F-E075-28FD8222C4D4}"/>
              </a:ext>
            </a:extLst>
          </p:cNvPr>
          <p:cNvSpPr>
            <a:spLocks noGrp="1"/>
          </p:cNvSpPr>
          <p:nvPr>
            <p:ph type="title"/>
          </p:nvPr>
        </p:nvSpPr>
        <p:spPr>
          <a:xfrm>
            <a:off x="838200" y="5"/>
            <a:ext cx="10515600" cy="914399"/>
          </a:xfrm>
        </p:spPr>
        <p:txBody>
          <a:bodyPr>
            <a:normAutofit/>
          </a:bodyPr>
          <a:lstStyle/>
          <a:p>
            <a:pPr algn="ctr"/>
            <a:r>
              <a:rPr lang="en-US" sz="4800" b="1" dirty="0">
                <a:solidFill>
                  <a:schemeClr val="bg1"/>
                </a:solidFill>
                <a:latin typeface="system-ui"/>
              </a:rPr>
              <a:t>Top 10 Countries by Avg Movie Duration</a:t>
            </a:r>
            <a:endParaRPr lang="en-IN" sz="4800" b="1" dirty="0">
              <a:solidFill>
                <a:schemeClr val="bg1"/>
              </a:solidFill>
              <a:latin typeface="system-ui"/>
            </a:endParaRPr>
          </a:p>
        </p:txBody>
      </p:sp>
      <p:pic>
        <p:nvPicPr>
          <p:cNvPr id="8" name="Content Placeholder 7">
            <a:extLst>
              <a:ext uri="{FF2B5EF4-FFF2-40B4-BE49-F238E27FC236}">
                <a16:creationId xmlns:a16="http://schemas.microsoft.com/office/drawing/2014/main" id="{4380263D-FAC3-EFE3-8E8A-F0E375C4060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2971800" y="795373"/>
            <a:ext cx="5181600" cy="3235857"/>
          </a:xfrm>
        </p:spPr>
      </p:pic>
      <p:sp>
        <p:nvSpPr>
          <p:cNvPr id="4" name="Content Placeholder 3">
            <a:extLst>
              <a:ext uri="{FF2B5EF4-FFF2-40B4-BE49-F238E27FC236}">
                <a16:creationId xmlns:a16="http://schemas.microsoft.com/office/drawing/2014/main" id="{DD7B1087-088B-7A18-0CB8-2CCAC3AD0127}"/>
              </a:ext>
            </a:extLst>
          </p:cNvPr>
          <p:cNvSpPr>
            <a:spLocks noGrp="1"/>
          </p:cNvSpPr>
          <p:nvPr>
            <p:ph sz="half" idx="2"/>
          </p:nvPr>
        </p:nvSpPr>
        <p:spPr>
          <a:xfrm>
            <a:off x="49165" y="4149213"/>
            <a:ext cx="12142839" cy="2708787"/>
          </a:xfrm>
        </p:spPr>
        <p:txBody>
          <a:bodyPr>
            <a:normAutofit lnSpcReduction="10000"/>
          </a:bodyPr>
          <a:lstStyle/>
          <a:p>
            <a:pPr algn="just">
              <a:buFont typeface="Wingdings" panose="05000000000000000000" pitchFamily="2" charset="2"/>
              <a:buChar char="Ø"/>
            </a:pPr>
            <a:r>
              <a:rPr lang="en-US" sz="2000" b="1" dirty="0">
                <a:solidFill>
                  <a:schemeClr val="bg1"/>
                </a:solidFill>
              </a:rPr>
              <a:t> </a:t>
            </a:r>
            <a:r>
              <a:rPr lang="en-US" sz="2000" dirty="0">
                <a:solidFill>
                  <a:srgbClr val="FFFF00"/>
                </a:solidFill>
              </a:rPr>
              <a:t>Netflix's catalog is heavily centered around movies, primarily sourced from the United States and India. This is evident in the prominence and gender skew towards veteran Indian male actors, and India's unique trend of producing significantly longer films on average.</a:t>
            </a:r>
          </a:p>
          <a:p>
            <a:pPr algn="just">
              <a:buFont typeface="Wingdings" panose="05000000000000000000" pitchFamily="2" charset="2"/>
              <a:buChar char="Ø"/>
            </a:pPr>
            <a:r>
              <a:rPr lang="en-US" sz="2000" dirty="0">
                <a:solidFill>
                  <a:srgbClr val="FFFF00"/>
                </a:solidFill>
              </a:rPr>
              <a:t> Top directors showcase greater global diversity, including leaders in Latin American content and internationally renowned filmmakers, reflecting Netflix's strategy of balancing regional appeal with global storytelling across various genres.</a:t>
            </a:r>
          </a:p>
          <a:p>
            <a:pPr algn="just">
              <a:buFont typeface="Wingdings" panose="05000000000000000000" pitchFamily="2" charset="2"/>
              <a:buChar char="Ø"/>
            </a:pPr>
            <a:r>
              <a:rPr lang="en-US" sz="2000" dirty="0">
                <a:solidFill>
                  <a:srgbClr val="FFFF00"/>
                </a:solidFill>
              </a:rPr>
              <a:t> Content production saw a large increase from 2016-2019, coinciding with global expansion, followed by a drop after 2020, likely due to pandemic impacts. This reinforces the past movie-first expansion strategy, while highlighting ongoing opportunities to improve gender representation and grow international TV show offerings.</a:t>
            </a:r>
          </a:p>
          <a:p>
            <a:pPr algn="just">
              <a:buFont typeface="Wingdings" panose="05000000000000000000" pitchFamily="2" charset="2"/>
              <a:buChar char="Ø"/>
            </a:pPr>
            <a:endParaRPr lang="en-IN" sz="2000" dirty="0">
              <a:solidFill>
                <a:schemeClr val="bg1"/>
              </a:solidFill>
            </a:endParaRPr>
          </a:p>
        </p:txBody>
      </p:sp>
    </p:spTree>
    <p:extLst>
      <p:ext uri="{BB962C8B-B14F-4D97-AF65-F5344CB8AC3E}">
        <p14:creationId xmlns:p14="http://schemas.microsoft.com/office/powerpoint/2010/main" val="4259507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t="-29000" b="-1000"/>
          </a:stretch>
        </a:blipFill>
        <a:effectLst/>
      </p:bgPr>
    </p:bg>
    <p:spTree>
      <p:nvGrpSpPr>
        <p:cNvPr id="1" name="">
          <a:extLst>
            <a:ext uri="{FF2B5EF4-FFF2-40B4-BE49-F238E27FC236}">
              <a16:creationId xmlns:a16="http://schemas.microsoft.com/office/drawing/2014/main" id="{B1ADE5B4-4412-EE32-5F07-1064126074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CD848-58CA-0DEC-EBC1-18DC5B92CAC3}"/>
              </a:ext>
            </a:extLst>
          </p:cNvPr>
          <p:cNvSpPr txBox="1"/>
          <p:nvPr/>
        </p:nvSpPr>
        <p:spPr>
          <a:xfrm>
            <a:off x="3283973" y="1893961"/>
            <a:ext cx="4896467" cy="1446550"/>
          </a:xfrm>
          <a:prstGeom prst="rect">
            <a:avLst/>
          </a:prstGeom>
          <a:noFill/>
        </p:spPr>
        <p:txBody>
          <a:bodyPr wrap="square" rtlCol="0">
            <a:spAutoFit/>
          </a:bodyPr>
          <a:lstStyle/>
          <a:p>
            <a:pPr algn="ctr"/>
            <a:r>
              <a:rPr lang="en-IN" sz="8800" b="1" dirty="0">
                <a:solidFill>
                  <a:srgbClr val="C00000"/>
                </a:solidFill>
              </a:rPr>
              <a:t>Clustering</a:t>
            </a:r>
          </a:p>
        </p:txBody>
      </p:sp>
      <p:pic>
        <p:nvPicPr>
          <p:cNvPr id="4" name="Picture 3">
            <a:extLst>
              <a:ext uri="{FF2B5EF4-FFF2-40B4-BE49-F238E27FC236}">
                <a16:creationId xmlns:a16="http://schemas.microsoft.com/office/drawing/2014/main" id="{6EFCAB0A-EDA3-0DA6-F5CF-DD6C01D23E2A}"/>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5732205" y="-88489"/>
            <a:ext cx="6459795" cy="6858000"/>
          </a:xfrm>
          <a:prstGeom prst="rect">
            <a:avLst/>
          </a:prstGeom>
        </p:spPr>
      </p:pic>
    </p:spTree>
    <p:extLst>
      <p:ext uri="{BB962C8B-B14F-4D97-AF65-F5344CB8AC3E}">
        <p14:creationId xmlns:p14="http://schemas.microsoft.com/office/powerpoint/2010/main" val="577677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25E89157-C925-85F7-9D43-3C3C0D4C0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FBE5D-37D8-2CAC-673B-401520D12752}"/>
              </a:ext>
            </a:extLst>
          </p:cNvPr>
          <p:cNvSpPr>
            <a:spLocks noGrp="1"/>
          </p:cNvSpPr>
          <p:nvPr>
            <p:ph type="title"/>
          </p:nvPr>
        </p:nvSpPr>
        <p:spPr>
          <a:xfrm>
            <a:off x="838200" y="0"/>
            <a:ext cx="10515600" cy="757084"/>
          </a:xfrm>
        </p:spPr>
        <p:txBody>
          <a:bodyPr>
            <a:normAutofit/>
          </a:bodyPr>
          <a:lstStyle/>
          <a:p>
            <a:pPr algn="ctr"/>
            <a:r>
              <a:rPr lang="en-IN" sz="4800" b="1" dirty="0">
                <a:solidFill>
                  <a:schemeClr val="bg1"/>
                </a:solidFill>
                <a:latin typeface="system-ui"/>
              </a:rPr>
              <a:t>Clustering</a:t>
            </a:r>
          </a:p>
        </p:txBody>
      </p:sp>
      <p:pic>
        <p:nvPicPr>
          <p:cNvPr id="8" name="Content Placeholder 7">
            <a:extLst>
              <a:ext uri="{FF2B5EF4-FFF2-40B4-BE49-F238E27FC236}">
                <a16:creationId xmlns:a16="http://schemas.microsoft.com/office/drawing/2014/main" id="{D1A509FD-F540-7E49-7422-2C7967872A5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559278" y="757084"/>
            <a:ext cx="5243051" cy="4188541"/>
          </a:xfrm>
        </p:spPr>
      </p:pic>
      <p:sp>
        <p:nvSpPr>
          <p:cNvPr id="4" name="Content Placeholder 3">
            <a:extLst>
              <a:ext uri="{FF2B5EF4-FFF2-40B4-BE49-F238E27FC236}">
                <a16:creationId xmlns:a16="http://schemas.microsoft.com/office/drawing/2014/main" id="{DBB70A94-D5E8-AE90-0C34-583082339661}"/>
              </a:ext>
            </a:extLst>
          </p:cNvPr>
          <p:cNvSpPr>
            <a:spLocks noGrp="1"/>
          </p:cNvSpPr>
          <p:nvPr>
            <p:ph sz="half" idx="2"/>
          </p:nvPr>
        </p:nvSpPr>
        <p:spPr>
          <a:xfrm>
            <a:off x="0" y="4945625"/>
            <a:ext cx="12192000" cy="1912375"/>
          </a:xfrm>
        </p:spPr>
        <p:txBody>
          <a:bodyPr>
            <a:normAutofit fontScale="92500" lnSpcReduction="10000"/>
          </a:bodyPr>
          <a:lstStyle/>
          <a:p>
            <a:pPr algn="just">
              <a:buFont typeface="Wingdings" panose="05000000000000000000" pitchFamily="2" charset="2"/>
              <a:buChar char="Ø"/>
            </a:pPr>
            <a:r>
              <a:rPr lang="en-US" b="1" dirty="0">
                <a:solidFill>
                  <a:schemeClr val="bg1"/>
                </a:solidFill>
              </a:rPr>
              <a:t> </a:t>
            </a:r>
            <a:r>
              <a:rPr lang="en-US" sz="2000" b="1" dirty="0">
                <a:solidFill>
                  <a:srgbClr val="FFFF00"/>
                </a:solidFill>
              </a:rPr>
              <a:t>Using TF-IDF on genre tags and K-Means clustering (k=5), Netflix content was grouped into 5 distinct clusters based on genre similarity.</a:t>
            </a:r>
          </a:p>
          <a:p>
            <a:pPr algn="just">
              <a:buFont typeface="Wingdings" panose="05000000000000000000" pitchFamily="2" charset="2"/>
              <a:buChar char="Ø"/>
            </a:pPr>
            <a:r>
              <a:rPr lang="en-IN" sz="2000" dirty="0">
                <a:solidFill>
                  <a:srgbClr val="FFFF00"/>
                </a:solidFill>
              </a:rPr>
              <a:t> </a:t>
            </a:r>
            <a:r>
              <a:rPr lang="en-US" sz="2000" b="1" dirty="0">
                <a:solidFill>
                  <a:srgbClr val="FFFF00"/>
                </a:solidFill>
              </a:rPr>
              <a:t>The resulting cluster distribution shows two large clusters (0 and 1), likely representing broad/popular genre categories, and three smaller clusters (2, 3, and 4), potentially representing more niche content types.</a:t>
            </a:r>
          </a:p>
          <a:p>
            <a:pPr algn="just">
              <a:buFont typeface="Wingdings" panose="05000000000000000000" pitchFamily="2" charset="2"/>
              <a:buChar char="Ø"/>
            </a:pPr>
            <a:r>
              <a:rPr lang="en-US" sz="2000" dirty="0">
                <a:solidFill>
                  <a:srgbClr val="FFFF00"/>
                </a:solidFill>
              </a:rPr>
              <a:t> This clustering demonstrates that Netflix content genres can be meaningfully grouped, providing a basis for further analysis to identify the dominant genres within each cluster.</a:t>
            </a:r>
            <a:endParaRPr lang="en-IN" sz="2000" dirty="0">
              <a:solidFill>
                <a:srgbClr val="FFFF00"/>
              </a:solidFill>
            </a:endParaRPr>
          </a:p>
        </p:txBody>
      </p:sp>
    </p:spTree>
    <p:extLst>
      <p:ext uri="{BB962C8B-B14F-4D97-AF65-F5344CB8AC3E}">
        <p14:creationId xmlns:p14="http://schemas.microsoft.com/office/powerpoint/2010/main" val="2211661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45000"/>
          </a:stretch>
        </a:blipFill>
        <a:effectLst/>
      </p:bgPr>
    </p:bg>
    <p:spTree>
      <p:nvGrpSpPr>
        <p:cNvPr id="1" name="">
          <a:extLst>
            <a:ext uri="{FF2B5EF4-FFF2-40B4-BE49-F238E27FC236}">
              <a16:creationId xmlns:a16="http://schemas.microsoft.com/office/drawing/2014/main" id="{BF1D3C8A-D6DC-0DD3-A83E-C2CB1919F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14409-6FF3-CD5C-8723-5D6AD2A319E7}"/>
              </a:ext>
            </a:extLst>
          </p:cNvPr>
          <p:cNvSpPr>
            <a:spLocks noGrp="1"/>
          </p:cNvSpPr>
          <p:nvPr>
            <p:ph type="title"/>
          </p:nvPr>
        </p:nvSpPr>
        <p:spPr>
          <a:xfrm>
            <a:off x="838200" y="5"/>
            <a:ext cx="10515600" cy="816076"/>
          </a:xfrm>
        </p:spPr>
        <p:txBody>
          <a:bodyPr>
            <a:normAutofit/>
          </a:bodyPr>
          <a:lstStyle/>
          <a:p>
            <a:pPr algn="ctr"/>
            <a:r>
              <a:rPr lang="en-IN" sz="4800" b="1" dirty="0">
                <a:solidFill>
                  <a:schemeClr val="bg1"/>
                </a:solidFill>
                <a:latin typeface="system-ui"/>
              </a:rPr>
              <a:t>Visualizing Clusters using PCA</a:t>
            </a:r>
          </a:p>
        </p:txBody>
      </p:sp>
      <p:pic>
        <p:nvPicPr>
          <p:cNvPr id="8" name="Content Placeholder 7">
            <a:extLst>
              <a:ext uri="{FF2B5EF4-FFF2-40B4-BE49-F238E27FC236}">
                <a16:creationId xmlns:a16="http://schemas.microsoft.com/office/drawing/2014/main" id="{7C23CE90-9A50-98CA-5A43-BD533A8CBE9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313470" y="816081"/>
            <a:ext cx="5565059" cy="2900513"/>
          </a:xfrm>
        </p:spPr>
      </p:pic>
      <p:sp>
        <p:nvSpPr>
          <p:cNvPr id="4" name="Content Placeholder 3">
            <a:extLst>
              <a:ext uri="{FF2B5EF4-FFF2-40B4-BE49-F238E27FC236}">
                <a16:creationId xmlns:a16="http://schemas.microsoft.com/office/drawing/2014/main" id="{D2411BB4-D29F-6D25-3BA6-F70D446A91AC}"/>
              </a:ext>
            </a:extLst>
          </p:cNvPr>
          <p:cNvSpPr>
            <a:spLocks noGrp="1"/>
          </p:cNvSpPr>
          <p:nvPr>
            <p:ph sz="half" idx="2"/>
          </p:nvPr>
        </p:nvSpPr>
        <p:spPr>
          <a:xfrm>
            <a:off x="49160" y="3844413"/>
            <a:ext cx="12074013" cy="3013591"/>
          </a:xfrm>
        </p:spPr>
        <p:txBody>
          <a:bodyPr>
            <a:normAutofit/>
          </a:bodyPr>
          <a:lstStyle/>
          <a:p>
            <a:pPr algn="just">
              <a:buFont typeface="Wingdings" panose="05000000000000000000" pitchFamily="2" charset="2"/>
              <a:buChar char="Ø"/>
            </a:pPr>
            <a:r>
              <a:rPr lang="en-US" sz="1600" b="1" dirty="0">
                <a:solidFill>
                  <a:srgbClr val="FFFF00"/>
                </a:solidFill>
              </a:rPr>
              <a:t> </a:t>
            </a:r>
            <a:r>
              <a:rPr lang="en-US" sz="1800" dirty="0">
                <a:solidFill>
                  <a:srgbClr val="FFFF00"/>
                </a:solidFill>
              </a:rPr>
              <a:t>Netflix's catalog is heavily dominated by movies, with the United States and India being the top content-producing countries. Veteran Indian male actors are notably prominent, and Indian films tend to have longer durations than those from most other regions.</a:t>
            </a:r>
          </a:p>
          <a:p>
            <a:pPr algn="just">
              <a:buFont typeface="Wingdings" panose="05000000000000000000" pitchFamily="2" charset="2"/>
              <a:buChar char="Ø"/>
            </a:pPr>
            <a:r>
              <a:rPr lang="en-US" sz="1800" dirty="0">
                <a:solidFill>
                  <a:srgbClr val="FFFF00"/>
                </a:solidFill>
              </a:rPr>
              <a:t> Top directors show greater international diversity, featuring leaders in Latin American content and globally recognized names, reflecting Netflix's strategy to produce a blend of regional and international content across genres.</a:t>
            </a:r>
          </a:p>
          <a:p>
            <a:pPr algn="just">
              <a:buFont typeface="Wingdings" panose="05000000000000000000" pitchFamily="2" charset="2"/>
              <a:buChar char="Ø"/>
            </a:pPr>
            <a:r>
              <a:rPr lang="en-US" sz="1800" dirty="0">
                <a:solidFill>
                  <a:srgbClr val="FFFF00"/>
                </a:solidFill>
              </a:rPr>
              <a:t> Content volume saw a significant boom between 2016 and 2019, followed by a decline post-2020 (likely due to pandemic impacts). Clustering analysis confirms the presence of diverse genre patterns, likely linked to regional preferences and audience segmentation.</a:t>
            </a:r>
          </a:p>
          <a:p>
            <a:pPr algn="just">
              <a:buFont typeface="Wingdings" panose="05000000000000000000" pitchFamily="2" charset="2"/>
              <a:buChar char="Ø"/>
            </a:pPr>
            <a:r>
              <a:rPr lang="en-US" sz="1800" dirty="0">
                <a:solidFill>
                  <a:srgbClr val="FFFF00"/>
                </a:solidFill>
              </a:rPr>
              <a:t> Overall, the analysis points to a movie-first strategy with strong US and Indian influence and a focus on global localization, while highlighting opportunities to improve gender representation and increase investment in international TV shows.</a:t>
            </a:r>
          </a:p>
          <a:p>
            <a:pPr algn="just">
              <a:buFont typeface="Wingdings" panose="05000000000000000000" pitchFamily="2" charset="2"/>
              <a:buChar char="Ø"/>
            </a:pPr>
            <a:endParaRPr lang="en-US" sz="2000" dirty="0">
              <a:solidFill>
                <a:schemeClr val="bg1"/>
              </a:solidFill>
            </a:endParaRPr>
          </a:p>
          <a:p>
            <a:pPr algn="just">
              <a:buFont typeface="Wingdings" panose="05000000000000000000" pitchFamily="2" charset="2"/>
              <a:buChar char="Ø"/>
            </a:pPr>
            <a:endParaRPr lang="en-IN" sz="2000" dirty="0">
              <a:solidFill>
                <a:schemeClr val="bg1"/>
              </a:solidFill>
            </a:endParaRPr>
          </a:p>
        </p:txBody>
      </p:sp>
    </p:spTree>
    <p:extLst>
      <p:ext uri="{BB962C8B-B14F-4D97-AF65-F5344CB8AC3E}">
        <p14:creationId xmlns:p14="http://schemas.microsoft.com/office/powerpoint/2010/main" val="267680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0000"/>
            <a:lum/>
          </a:blip>
          <a:srcRect/>
          <a:stretch>
            <a:fillRect b="-45000"/>
          </a:stretch>
        </a:blipFill>
        <a:effectLst/>
      </p:bgPr>
    </p:bg>
    <p:spTree>
      <p:nvGrpSpPr>
        <p:cNvPr id="1" name="">
          <a:extLst>
            <a:ext uri="{FF2B5EF4-FFF2-40B4-BE49-F238E27FC236}">
              <a16:creationId xmlns:a16="http://schemas.microsoft.com/office/drawing/2014/main" id="{D7D9F9E4-4094-C10A-F023-944432BD85A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56DAC22-2B32-70C4-6E6D-C0E5E2EDA38B}"/>
              </a:ext>
            </a:extLst>
          </p:cNvPr>
          <p:cNvSpPr>
            <a:spLocks noGrp="1"/>
          </p:cNvSpPr>
          <p:nvPr>
            <p:ph idx="1"/>
          </p:nvPr>
        </p:nvSpPr>
        <p:spPr>
          <a:xfrm>
            <a:off x="838200" y="1258533"/>
            <a:ext cx="10515600" cy="5456903"/>
          </a:xfrm>
        </p:spPr>
        <p:txBody>
          <a:bodyPr>
            <a:normAutofit lnSpcReduction="10000"/>
          </a:bodyPr>
          <a:lstStyle/>
          <a:p>
            <a:pPr marL="342891" indent="-342891">
              <a:buFont typeface="+mj-lt"/>
              <a:buAutoNum type="arabicPeriod"/>
            </a:pPr>
            <a:r>
              <a:rPr lang="en-IN" sz="2000" b="1" dirty="0">
                <a:solidFill>
                  <a:srgbClr val="FFFF00"/>
                </a:solidFill>
                <a:latin typeface="system-ui"/>
              </a:rPr>
              <a:t>Content Growth Over Time:</a:t>
            </a:r>
          </a:p>
          <a:p>
            <a:pPr lvl="1" algn="just"/>
            <a:r>
              <a:rPr lang="en-US" sz="1900" dirty="0">
                <a:solidFill>
                  <a:srgbClr val="FFFF00"/>
                </a:solidFill>
                <a:latin typeface="system-ui"/>
              </a:rPr>
              <a:t>There was a sharp increase in Netflix content additions between 2016 and 2020, especially movies.</a:t>
            </a:r>
          </a:p>
          <a:p>
            <a:pPr lvl="1" algn="just"/>
            <a:r>
              <a:rPr lang="en-US" sz="1900" dirty="0">
                <a:solidFill>
                  <a:srgbClr val="FFFF00"/>
                </a:solidFill>
                <a:latin typeface="system-ui"/>
              </a:rPr>
              <a:t>TV shows remained relatively stable in quantity, indicating Netflix’s heavier focus on movie expansion.</a:t>
            </a:r>
            <a:endParaRPr lang="en-IN" sz="1900" b="1" dirty="0">
              <a:solidFill>
                <a:srgbClr val="FFFF00"/>
              </a:solidFill>
              <a:latin typeface="system-ui"/>
            </a:endParaRPr>
          </a:p>
          <a:p>
            <a:pPr marL="457189" indent="-457189" algn="just">
              <a:buFont typeface="+mj-lt"/>
              <a:buAutoNum type="arabicPeriod"/>
            </a:pPr>
            <a:r>
              <a:rPr lang="en-IN" sz="2000" b="1" dirty="0">
                <a:solidFill>
                  <a:srgbClr val="FFFF00"/>
                </a:solidFill>
              </a:rPr>
              <a:t>Movie Duration by Country:</a:t>
            </a:r>
          </a:p>
          <a:p>
            <a:pPr lvl="1" algn="just"/>
            <a:r>
              <a:rPr lang="en-US" sz="1900" dirty="0">
                <a:solidFill>
                  <a:srgbClr val="FFFF00"/>
                </a:solidFill>
              </a:rPr>
              <a:t>Indian movies tend to have longer durations on average, compared to countries like the US, Canada, or the UK.</a:t>
            </a:r>
          </a:p>
          <a:p>
            <a:pPr lvl="1" algn="just"/>
            <a:r>
              <a:rPr lang="en-US" sz="1900" dirty="0">
                <a:solidFill>
                  <a:srgbClr val="FFFF00"/>
                </a:solidFill>
              </a:rPr>
              <a:t>The U.S. and UK have a wider range of movie durations, with a concentration around 90–100 minutes.</a:t>
            </a:r>
          </a:p>
          <a:p>
            <a:pPr marL="457189" indent="-457189" algn="just">
              <a:buFont typeface="+mj-lt"/>
              <a:buAutoNum type="arabicPeriod"/>
            </a:pPr>
            <a:r>
              <a:rPr lang="en-US" sz="2300" dirty="0">
                <a:solidFill>
                  <a:srgbClr val="FFFF00"/>
                </a:solidFill>
              </a:rPr>
              <a:t>Top 10 Countries by Average Movie Duration:</a:t>
            </a:r>
          </a:p>
          <a:p>
            <a:pPr lvl="1"/>
            <a:r>
              <a:rPr lang="en-US" sz="1900" dirty="0">
                <a:solidFill>
                  <a:srgbClr val="FFFF00"/>
                </a:solidFill>
                <a:latin typeface="system-ui"/>
              </a:rPr>
              <a:t>Liechtenstein, Montenegro, and the Soviet Union top the list with the highest average movie durations.</a:t>
            </a:r>
          </a:p>
          <a:p>
            <a:pPr lvl="1"/>
            <a:r>
              <a:rPr lang="en-US" sz="1900" dirty="0">
                <a:solidFill>
                  <a:srgbClr val="FFFF00"/>
                </a:solidFill>
                <a:latin typeface="system-ui"/>
              </a:rPr>
              <a:t>These countries likely have fewer but significantly longer movies, influencing the average.</a:t>
            </a:r>
          </a:p>
          <a:p>
            <a:pPr marL="457189" indent="-457189">
              <a:buFont typeface="+mj-lt"/>
              <a:buAutoNum type="arabicPeriod"/>
            </a:pPr>
            <a:r>
              <a:rPr lang="en-US" sz="2300" dirty="0">
                <a:solidFill>
                  <a:srgbClr val="FFFF00"/>
                </a:solidFill>
                <a:latin typeface="system-ui"/>
              </a:rPr>
              <a:t>Content Clustering Based on Genre (via PCA &amp; KMeans):</a:t>
            </a:r>
          </a:p>
          <a:p>
            <a:pPr lvl="1"/>
            <a:r>
              <a:rPr lang="en-US" sz="1900" dirty="0">
                <a:solidFill>
                  <a:srgbClr val="FFFF00"/>
                </a:solidFill>
                <a:latin typeface="system-ui"/>
              </a:rPr>
              <a:t>Netflix content was grouped into 5 distinct genre-based clusters using machine learning.</a:t>
            </a:r>
          </a:p>
          <a:p>
            <a:pPr lvl="1"/>
            <a:r>
              <a:rPr lang="en-US" sz="1900" dirty="0">
                <a:solidFill>
                  <a:srgbClr val="FFFF00"/>
                </a:solidFill>
                <a:latin typeface="system-ui"/>
              </a:rPr>
              <a:t>This clustering allows Netflix to understand content groupings by similarities, which can guide personalization and catalog optimization.</a:t>
            </a:r>
          </a:p>
          <a:p>
            <a:pPr lvl="1"/>
            <a:endParaRPr lang="en-US" sz="1900" dirty="0">
              <a:solidFill>
                <a:srgbClr val="FFFFFF"/>
              </a:solidFill>
              <a:latin typeface="system-ui"/>
            </a:endParaRPr>
          </a:p>
          <a:p>
            <a:pPr lvl="2" algn="just"/>
            <a:endParaRPr lang="en-US" sz="1500" dirty="0">
              <a:solidFill>
                <a:schemeClr val="bg1"/>
              </a:solidFill>
            </a:endParaRPr>
          </a:p>
        </p:txBody>
      </p:sp>
      <p:sp>
        <p:nvSpPr>
          <p:cNvPr id="7" name="Title 6">
            <a:extLst>
              <a:ext uri="{FF2B5EF4-FFF2-40B4-BE49-F238E27FC236}">
                <a16:creationId xmlns:a16="http://schemas.microsoft.com/office/drawing/2014/main" id="{13AEF6A9-CE77-8DB2-DB9E-311B4CEDEEC9}"/>
              </a:ext>
            </a:extLst>
          </p:cNvPr>
          <p:cNvSpPr>
            <a:spLocks noGrp="1"/>
          </p:cNvSpPr>
          <p:nvPr>
            <p:ph type="title"/>
          </p:nvPr>
        </p:nvSpPr>
        <p:spPr>
          <a:xfrm>
            <a:off x="838200" y="319551"/>
            <a:ext cx="10515600" cy="938979"/>
          </a:xfrm>
        </p:spPr>
        <p:txBody>
          <a:bodyPr>
            <a:normAutofit fontScale="90000"/>
          </a:bodyPr>
          <a:lstStyle/>
          <a:p>
            <a:pPr algn="ctr"/>
            <a:r>
              <a:rPr lang="en-US" sz="5300" b="1" dirty="0">
                <a:solidFill>
                  <a:srgbClr val="FFFFFF"/>
                </a:solidFill>
                <a:latin typeface="system-ui"/>
              </a:rPr>
              <a:t>Key Insights from the Netflix Data</a:t>
            </a:r>
            <a:br>
              <a:rPr lang="en-US" b="0" i="0" dirty="0">
                <a:solidFill>
                  <a:srgbClr val="FFFFFF"/>
                </a:solidFill>
                <a:effectLst/>
                <a:latin typeface="system-ui"/>
              </a:rPr>
            </a:br>
            <a:endParaRPr lang="en-IN" dirty="0"/>
          </a:p>
        </p:txBody>
      </p:sp>
    </p:spTree>
    <p:extLst>
      <p:ext uri="{BB962C8B-B14F-4D97-AF65-F5344CB8AC3E}">
        <p14:creationId xmlns:p14="http://schemas.microsoft.com/office/powerpoint/2010/main" val="137804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0000"/>
            <a:lum/>
          </a:blip>
          <a:srcRect/>
          <a:stretch>
            <a:fillRect b="-43000"/>
          </a:stretch>
        </a:blipFill>
        <a:effectLst/>
      </p:bgPr>
    </p:bg>
    <p:spTree>
      <p:nvGrpSpPr>
        <p:cNvPr id="1" name="">
          <a:extLst>
            <a:ext uri="{FF2B5EF4-FFF2-40B4-BE49-F238E27FC236}">
              <a16:creationId xmlns:a16="http://schemas.microsoft.com/office/drawing/2014/main" id="{70B64A90-CE77-1166-1DE8-B6F59AB4434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C3EB61D-A3D8-C6CC-09D6-231F92E6566C}"/>
              </a:ext>
            </a:extLst>
          </p:cNvPr>
          <p:cNvSpPr>
            <a:spLocks noGrp="1"/>
          </p:cNvSpPr>
          <p:nvPr>
            <p:ph idx="1"/>
          </p:nvPr>
        </p:nvSpPr>
        <p:spPr>
          <a:xfrm>
            <a:off x="1015181" y="2428568"/>
            <a:ext cx="10515600" cy="3942736"/>
          </a:xfrm>
        </p:spPr>
        <p:txBody>
          <a:bodyPr>
            <a:normAutofit/>
          </a:bodyPr>
          <a:lstStyle/>
          <a:p>
            <a:pPr algn="just">
              <a:buNone/>
            </a:pPr>
            <a:r>
              <a:rPr lang="en-US" sz="2400" b="1" dirty="0">
                <a:solidFill>
                  <a:srgbClr val="FFFF00"/>
                </a:solidFill>
                <a:latin typeface="system-ui"/>
              </a:rPr>
              <a:t>Objective:</a:t>
            </a:r>
            <a:r>
              <a:rPr lang="en-US" sz="2400" dirty="0">
                <a:solidFill>
                  <a:srgbClr val="FFFF00"/>
                </a:solidFill>
                <a:latin typeface="system-ui"/>
              </a:rPr>
              <a:t> Analyze Netflix’s content library to identify trends, genre groupings, and regional content characteristics, enabling better content strategy and user personalization.</a:t>
            </a:r>
          </a:p>
          <a:p>
            <a:pPr marL="0" indent="0" algn="just">
              <a:buNone/>
            </a:pPr>
            <a:r>
              <a:rPr lang="en-US" sz="2400" b="1" dirty="0">
                <a:solidFill>
                  <a:srgbClr val="FFFF00"/>
                </a:solidFill>
                <a:latin typeface="system-ui"/>
              </a:rPr>
              <a:t>Solution:</a:t>
            </a:r>
            <a:r>
              <a:rPr lang="en-US" sz="2400" dirty="0">
                <a:solidFill>
                  <a:srgbClr val="FFFF00"/>
                </a:solidFill>
                <a:latin typeface="system-ui"/>
              </a:rPr>
              <a:t> Your analysis successfully segmented the content based on genre using clustering and dimensionality reduction (PCA). This allows Netflix to:</a:t>
            </a:r>
          </a:p>
          <a:p>
            <a:pPr marL="457189" lvl="1" indent="0" algn="just">
              <a:buNone/>
            </a:pPr>
            <a:endParaRPr lang="en-US" b="0" i="0" dirty="0">
              <a:solidFill>
                <a:srgbClr val="FFFF00"/>
              </a:solidFill>
              <a:effectLst/>
              <a:latin typeface="system-ui"/>
            </a:endParaRPr>
          </a:p>
          <a:p>
            <a:pPr lvl="2" algn="just">
              <a:buFont typeface="Wingdings" panose="05000000000000000000" pitchFamily="2" charset="2"/>
              <a:buChar char="§"/>
            </a:pPr>
            <a:r>
              <a:rPr lang="en-US" sz="2400" dirty="0">
                <a:solidFill>
                  <a:srgbClr val="FFFF00"/>
                </a:solidFill>
              </a:rPr>
              <a:t>Identify popular genre groupings.</a:t>
            </a:r>
          </a:p>
          <a:p>
            <a:pPr lvl="2" algn="just">
              <a:buFont typeface="Wingdings" panose="05000000000000000000" pitchFamily="2" charset="2"/>
              <a:buChar char="§"/>
            </a:pPr>
            <a:r>
              <a:rPr lang="en-US" sz="2400" dirty="0">
                <a:solidFill>
                  <a:srgbClr val="FFFF00"/>
                </a:solidFill>
              </a:rPr>
              <a:t>Target regional preferences using country-wise duration and type data.</a:t>
            </a:r>
          </a:p>
          <a:p>
            <a:pPr lvl="2" algn="just">
              <a:buFont typeface="Wingdings" panose="05000000000000000000" pitchFamily="2" charset="2"/>
              <a:buChar char="§"/>
            </a:pPr>
            <a:r>
              <a:rPr lang="en-US" sz="2400" dirty="0">
                <a:solidFill>
                  <a:srgbClr val="FFFF00"/>
                </a:solidFill>
              </a:rPr>
              <a:t>Optimize recommendations and acquisition strategy based on trends over time.</a:t>
            </a:r>
          </a:p>
          <a:p>
            <a:pPr lvl="2" algn="just">
              <a:buFont typeface="Wingdings" panose="05000000000000000000" pitchFamily="2" charset="2"/>
              <a:buChar char="§"/>
            </a:pPr>
            <a:endParaRPr lang="en-US" sz="1500" dirty="0">
              <a:solidFill>
                <a:schemeClr val="bg1"/>
              </a:solidFill>
            </a:endParaRPr>
          </a:p>
        </p:txBody>
      </p:sp>
      <p:sp>
        <p:nvSpPr>
          <p:cNvPr id="7" name="Title 6">
            <a:extLst>
              <a:ext uri="{FF2B5EF4-FFF2-40B4-BE49-F238E27FC236}">
                <a16:creationId xmlns:a16="http://schemas.microsoft.com/office/drawing/2014/main" id="{038C4480-7C94-70BD-E596-84BF20712A94}"/>
              </a:ext>
            </a:extLst>
          </p:cNvPr>
          <p:cNvSpPr>
            <a:spLocks noGrp="1"/>
          </p:cNvSpPr>
          <p:nvPr>
            <p:ph type="title"/>
          </p:nvPr>
        </p:nvSpPr>
        <p:spPr>
          <a:xfrm>
            <a:off x="1143000" y="486697"/>
            <a:ext cx="10515600" cy="938979"/>
          </a:xfrm>
        </p:spPr>
        <p:txBody>
          <a:bodyPr>
            <a:normAutofit/>
          </a:bodyPr>
          <a:lstStyle/>
          <a:p>
            <a:pPr algn="ctr"/>
            <a:r>
              <a:rPr lang="en-US" sz="5300" b="1" dirty="0">
                <a:solidFill>
                  <a:srgbClr val="FFFFFF"/>
                </a:solidFill>
                <a:latin typeface="system-ui"/>
              </a:rPr>
              <a:t>Solution to the Business Objective</a:t>
            </a:r>
            <a:endParaRPr lang="en-IN" dirty="0"/>
          </a:p>
        </p:txBody>
      </p:sp>
    </p:spTree>
    <p:extLst>
      <p:ext uri="{BB962C8B-B14F-4D97-AF65-F5344CB8AC3E}">
        <p14:creationId xmlns:p14="http://schemas.microsoft.com/office/powerpoint/2010/main" val="243519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0000"/>
            <a:lum/>
          </a:blip>
          <a:srcRect/>
          <a:stretch>
            <a:fillRect b="-45000"/>
          </a:stretch>
        </a:blipFill>
        <a:effectLst/>
      </p:bgPr>
    </p:bg>
    <p:spTree>
      <p:nvGrpSpPr>
        <p:cNvPr id="1" name="">
          <a:extLst>
            <a:ext uri="{FF2B5EF4-FFF2-40B4-BE49-F238E27FC236}">
              <a16:creationId xmlns:a16="http://schemas.microsoft.com/office/drawing/2014/main" id="{EE9620F8-934E-2442-7855-2B5CF84470A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9F2A7CD-FD4C-3B8B-88A0-3361C20AC47D}"/>
              </a:ext>
            </a:extLst>
          </p:cNvPr>
          <p:cNvSpPr>
            <a:spLocks noGrp="1"/>
          </p:cNvSpPr>
          <p:nvPr>
            <p:ph idx="1"/>
          </p:nvPr>
        </p:nvSpPr>
        <p:spPr>
          <a:xfrm>
            <a:off x="838200" y="1081549"/>
            <a:ext cx="10515600" cy="5633883"/>
          </a:xfrm>
        </p:spPr>
        <p:txBody>
          <a:bodyPr>
            <a:normAutofit/>
          </a:bodyPr>
          <a:lstStyle/>
          <a:p>
            <a:pPr lvl="1">
              <a:buFont typeface="Wingdings" panose="05000000000000000000" pitchFamily="2" charset="2"/>
              <a:buChar char="Ø"/>
            </a:pPr>
            <a:r>
              <a:rPr lang="en-IN" b="1" dirty="0">
                <a:solidFill>
                  <a:srgbClr val="FFFF00"/>
                </a:solidFill>
                <a:latin typeface="system-ui"/>
              </a:rPr>
              <a:t>The</a:t>
            </a:r>
            <a:r>
              <a:rPr lang="en-IN" b="1" i="0" dirty="0">
                <a:solidFill>
                  <a:srgbClr val="FFFF00"/>
                </a:solidFill>
                <a:effectLst/>
                <a:latin typeface="system-ui"/>
              </a:rPr>
              <a:t> analysis reveals that:</a:t>
            </a:r>
          </a:p>
          <a:p>
            <a:pPr lvl="2">
              <a:buFont typeface="Wingdings" panose="05000000000000000000" pitchFamily="2" charset="2"/>
              <a:buChar char="q"/>
            </a:pPr>
            <a:r>
              <a:rPr lang="en-US" sz="2400" dirty="0">
                <a:solidFill>
                  <a:srgbClr val="FFFF00"/>
                </a:solidFill>
                <a:latin typeface="system-ui"/>
              </a:rPr>
              <a:t>Netflix's content expansion has been movie-heavy, especially between 2017–2020.</a:t>
            </a:r>
          </a:p>
          <a:p>
            <a:pPr lvl="2">
              <a:buFont typeface="Wingdings" panose="05000000000000000000" pitchFamily="2" charset="2"/>
              <a:buChar char="q"/>
            </a:pPr>
            <a:r>
              <a:rPr lang="en-US" sz="2400" dirty="0">
                <a:solidFill>
                  <a:srgbClr val="FFFF00"/>
                </a:solidFill>
                <a:latin typeface="system-ui"/>
              </a:rPr>
              <a:t>Content characteristics like duration and type vary significantly by country.</a:t>
            </a:r>
          </a:p>
          <a:p>
            <a:pPr lvl="2">
              <a:buFont typeface="Wingdings" panose="05000000000000000000" pitchFamily="2" charset="2"/>
              <a:buChar char="q"/>
            </a:pPr>
            <a:r>
              <a:rPr lang="en-US" sz="2400" dirty="0">
                <a:solidFill>
                  <a:srgbClr val="FFFF00"/>
                </a:solidFill>
                <a:latin typeface="system-ui"/>
              </a:rPr>
              <a:t>Genre-based clustering offers valuable segmentation of the content library, showing clear patterns that Netflix could leverage.</a:t>
            </a:r>
          </a:p>
          <a:p>
            <a:pPr marL="914377" lvl="2" indent="0">
              <a:buNone/>
            </a:pPr>
            <a:endParaRPr lang="en-US" sz="2400" dirty="0">
              <a:solidFill>
                <a:srgbClr val="FFFF00"/>
              </a:solidFill>
              <a:latin typeface="system-ui"/>
            </a:endParaRPr>
          </a:p>
          <a:p>
            <a:pPr lvl="1">
              <a:buFont typeface="Wingdings" panose="05000000000000000000" pitchFamily="2" charset="2"/>
              <a:buChar char="Ø"/>
            </a:pPr>
            <a:r>
              <a:rPr lang="en-US" sz="2800" b="1" dirty="0">
                <a:solidFill>
                  <a:srgbClr val="FFFF00"/>
                </a:solidFill>
                <a:latin typeface="system-ui"/>
              </a:rPr>
              <a:t>These insights can be instrumental in:</a:t>
            </a:r>
          </a:p>
          <a:p>
            <a:pPr lvl="2">
              <a:buFont typeface="Wingdings" panose="05000000000000000000" pitchFamily="2" charset="2"/>
              <a:buChar char="q"/>
            </a:pPr>
            <a:r>
              <a:rPr lang="en-US" sz="2400" dirty="0">
                <a:solidFill>
                  <a:srgbClr val="FFFF00"/>
                </a:solidFill>
                <a:latin typeface="system-ui"/>
              </a:rPr>
              <a:t>Driving personalized recommendations.</a:t>
            </a:r>
          </a:p>
          <a:p>
            <a:pPr lvl="2">
              <a:buFont typeface="Wingdings" panose="05000000000000000000" pitchFamily="2" charset="2"/>
              <a:buChar char="q"/>
            </a:pPr>
            <a:r>
              <a:rPr lang="en-US" sz="2400" dirty="0">
                <a:solidFill>
                  <a:srgbClr val="FFFF00"/>
                </a:solidFill>
                <a:latin typeface="system-ui"/>
              </a:rPr>
              <a:t>Expanding or curating content portfolios by region.</a:t>
            </a:r>
          </a:p>
          <a:p>
            <a:pPr lvl="2">
              <a:buFont typeface="Wingdings" panose="05000000000000000000" pitchFamily="2" charset="2"/>
              <a:buChar char="q"/>
            </a:pPr>
            <a:r>
              <a:rPr lang="en-US" sz="2400" dirty="0">
                <a:solidFill>
                  <a:srgbClr val="FFFF00"/>
                </a:solidFill>
                <a:latin typeface="system-ui"/>
              </a:rPr>
              <a:t>Informing decisions on what type of content (movies vs. TV shows) to invest in next.</a:t>
            </a:r>
          </a:p>
          <a:p>
            <a:pPr marL="914377" lvl="2" indent="0">
              <a:buNone/>
            </a:pPr>
            <a:endParaRPr lang="en-US" sz="2400" b="1" dirty="0">
              <a:solidFill>
                <a:srgbClr val="FFFFFF"/>
              </a:solidFill>
              <a:latin typeface="system-ui"/>
            </a:endParaRPr>
          </a:p>
        </p:txBody>
      </p:sp>
      <p:sp>
        <p:nvSpPr>
          <p:cNvPr id="7" name="Title 6">
            <a:extLst>
              <a:ext uri="{FF2B5EF4-FFF2-40B4-BE49-F238E27FC236}">
                <a16:creationId xmlns:a16="http://schemas.microsoft.com/office/drawing/2014/main" id="{8AA696E7-FF22-2ACD-82FE-335ED44B98CC}"/>
              </a:ext>
            </a:extLst>
          </p:cNvPr>
          <p:cNvSpPr>
            <a:spLocks noGrp="1"/>
          </p:cNvSpPr>
          <p:nvPr>
            <p:ph type="title"/>
          </p:nvPr>
        </p:nvSpPr>
        <p:spPr>
          <a:xfrm>
            <a:off x="838200" y="235978"/>
            <a:ext cx="10515600" cy="943897"/>
          </a:xfrm>
        </p:spPr>
        <p:txBody>
          <a:bodyPr>
            <a:normAutofit fontScale="90000"/>
          </a:bodyPr>
          <a:lstStyle/>
          <a:p>
            <a:pPr algn="ctr"/>
            <a:r>
              <a:rPr lang="en-US" sz="5300" b="1" dirty="0">
                <a:solidFill>
                  <a:srgbClr val="FFFFFF"/>
                </a:solidFill>
                <a:latin typeface="system-ui"/>
              </a:rPr>
              <a:t>Executive Summary – Conclusion</a:t>
            </a:r>
            <a:br>
              <a:rPr lang="en-US" b="0" i="0" dirty="0">
                <a:solidFill>
                  <a:srgbClr val="FFFFFF"/>
                </a:solidFill>
                <a:effectLst/>
                <a:latin typeface="system-ui"/>
              </a:rPr>
            </a:br>
            <a:endParaRPr lang="en-IN" dirty="0"/>
          </a:p>
        </p:txBody>
      </p:sp>
    </p:spTree>
    <p:extLst>
      <p:ext uri="{BB962C8B-B14F-4D97-AF65-F5344CB8AC3E}">
        <p14:creationId xmlns:p14="http://schemas.microsoft.com/office/powerpoint/2010/main" val="276493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0000"/>
            <a:lum/>
          </a:blip>
          <a:srcRect/>
          <a:stretch>
            <a:fillRect b="-45000"/>
          </a:stretch>
        </a:blipFill>
        <a:effectLst/>
      </p:bgPr>
    </p:bg>
    <p:spTree>
      <p:nvGrpSpPr>
        <p:cNvPr id="1" name="">
          <a:extLst>
            <a:ext uri="{FF2B5EF4-FFF2-40B4-BE49-F238E27FC236}">
              <a16:creationId xmlns:a16="http://schemas.microsoft.com/office/drawing/2014/main" id="{79C08907-218E-215B-CD8F-3881B37D40F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6C26AE9-4728-E8BF-AA30-FDC0C80EE7F7}"/>
              </a:ext>
            </a:extLst>
          </p:cNvPr>
          <p:cNvSpPr txBox="1"/>
          <p:nvPr/>
        </p:nvSpPr>
        <p:spPr>
          <a:xfrm>
            <a:off x="3406878" y="2151727"/>
            <a:ext cx="5378245" cy="2554545"/>
          </a:xfrm>
          <a:prstGeom prst="rect">
            <a:avLst/>
          </a:prstGeom>
          <a:noFill/>
        </p:spPr>
        <p:txBody>
          <a:bodyPr wrap="square" rtlCol="0">
            <a:spAutoFit/>
          </a:bodyPr>
          <a:lstStyle/>
          <a:p>
            <a:pPr algn="ctr"/>
            <a:r>
              <a:rPr lang="en-IN" sz="8000" b="1" dirty="0">
                <a:solidFill>
                  <a:srgbClr val="FFFF00"/>
                </a:solidFill>
              </a:rPr>
              <a:t>END</a:t>
            </a:r>
          </a:p>
          <a:p>
            <a:pPr algn="ctr"/>
            <a:r>
              <a:rPr lang="en-IN" sz="8000" b="1" dirty="0">
                <a:solidFill>
                  <a:srgbClr val="FFFF00"/>
                </a:solidFill>
              </a:rPr>
              <a:t>THANK YOU</a:t>
            </a:r>
          </a:p>
        </p:txBody>
      </p:sp>
    </p:spTree>
    <p:extLst>
      <p:ext uri="{BB962C8B-B14F-4D97-AF65-F5344CB8AC3E}">
        <p14:creationId xmlns:p14="http://schemas.microsoft.com/office/powerpoint/2010/main" val="2754941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DD900B5-AA17-4859-9A1E-5A8D787CA22C}">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330</TotalTime>
  <Words>1995</Words>
  <Application>Microsoft Office PowerPoint</Application>
  <PresentationFormat>Widescreen</PresentationFormat>
  <Paragraphs>104</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Berlin Sans FB Demi</vt:lpstr>
      <vt:lpstr>Calibri</vt:lpstr>
      <vt:lpstr>Calibri Light</vt:lpstr>
      <vt:lpstr>system-ui</vt:lpstr>
      <vt:lpstr>Wingdings</vt:lpstr>
      <vt:lpstr>Office Theme</vt:lpstr>
      <vt:lpstr>Netflix Analysis Project</vt:lpstr>
      <vt:lpstr>Project Summary </vt:lpstr>
      <vt:lpstr>Problem Statement </vt:lpstr>
      <vt:lpstr>Business Objective </vt:lpstr>
      <vt:lpstr>General Guidelines </vt:lpstr>
      <vt:lpstr>PowerPoint Presentation</vt:lpstr>
      <vt:lpstr>Content Type Distribution</vt:lpstr>
      <vt:lpstr>Content Ratings by Type</vt:lpstr>
      <vt:lpstr>Content Released Over the Years</vt:lpstr>
      <vt:lpstr>Top 10 Countries Producing Content</vt:lpstr>
      <vt:lpstr>Top 10 Genres on Netflix</vt:lpstr>
      <vt:lpstr>Top 10 Actors and Directors on Netflix</vt:lpstr>
      <vt:lpstr>Top 10 Countries by Content Type</vt:lpstr>
      <vt:lpstr>Netflix Content Over Time by Type</vt:lpstr>
      <vt:lpstr>Movie Duration by Country</vt:lpstr>
      <vt:lpstr>Top 10 Countries by Avg Movie Duration</vt:lpstr>
      <vt:lpstr>PowerPoint Presentation</vt:lpstr>
      <vt:lpstr>Clustering</vt:lpstr>
      <vt:lpstr>Visualizing Clusters using PCA</vt:lpstr>
      <vt:lpstr>Key Insights from the Netflix Data </vt:lpstr>
      <vt:lpstr>Solution to the Business Objective</vt:lpstr>
      <vt:lpstr>Executive Summary – 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NIKET TALIKOTI</dc:creator>
  <cp:lastModifiedBy>NIKET TALIKOTI</cp:lastModifiedBy>
  <cp:revision>1</cp:revision>
  <dcterms:created xsi:type="dcterms:W3CDTF">2025-05-08T07:33:00Z</dcterms:created>
  <dcterms:modified xsi:type="dcterms:W3CDTF">2025-05-08T13:07:27Z</dcterms:modified>
</cp:coreProperties>
</file>